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9" r:id="rId7"/>
    <p:sldId id="26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764" autoAdjust="0"/>
  </p:normalViewPr>
  <p:slideViewPr>
    <p:cSldViewPr snapToGrid="0">
      <p:cViewPr varScale="1">
        <p:scale>
          <a:sx n="46" d="100"/>
          <a:sy n="46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7" Type="http://schemas.openxmlformats.org/officeDocument/2006/relationships/image" Target="../media/image7.png"/><Relationship Id="rId1" Type="http://schemas.openxmlformats.org/officeDocument/2006/relationships/image" Target="../media/image6.png"/><Relationship Id="rId6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7" Type="http://schemas.openxmlformats.org/officeDocument/2006/relationships/image" Target="../media/image7.png"/><Relationship Id="rId1" Type="http://schemas.openxmlformats.org/officeDocument/2006/relationships/image" Target="../media/image6.png"/><Relationship Id="rId6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5E2254-9AA8-4E70-B44B-3789EDCE66C4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941472-A089-4572-A28E-138717282231}">
      <dgm:prSet phldrT="[Text]"/>
      <dgm:spPr/>
      <dgm:t>
        <a:bodyPr/>
        <a:lstStyle/>
        <a:p>
          <a:r>
            <a:rPr lang="en-US" dirty="0" smtClean="0"/>
            <a:t>Building a Habit</a:t>
          </a:r>
          <a:endParaRPr lang="en-US" dirty="0"/>
        </a:p>
      </dgm:t>
    </dgm:pt>
    <dgm:pt modelId="{361D22F6-14EE-4416-A2AB-D1ACA68C8A9D}" type="parTrans" cxnId="{D4E155B3-37AE-420D-8EED-32D8E31C6C1F}">
      <dgm:prSet/>
      <dgm:spPr/>
      <dgm:t>
        <a:bodyPr/>
        <a:lstStyle/>
        <a:p>
          <a:endParaRPr lang="en-US"/>
        </a:p>
      </dgm:t>
    </dgm:pt>
    <dgm:pt modelId="{05765576-F81D-4B68-A355-BA2B97123546}" type="sibTrans" cxnId="{D4E155B3-37AE-420D-8EED-32D8E31C6C1F}">
      <dgm:prSet/>
      <dgm:spPr/>
      <dgm:t>
        <a:bodyPr/>
        <a:lstStyle/>
        <a:p>
          <a:endParaRPr lang="en-US"/>
        </a:p>
      </dgm:t>
    </dgm:pt>
    <dgm:pt modelId="{5A779DAE-1BCF-4087-836B-2B0368AA7C21}">
      <dgm:prSet phldrT="[Text]"/>
      <dgm:spPr/>
      <dgm:t>
        <a:bodyPr/>
        <a:lstStyle/>
        <a:p>
          <a:r>
            <a:rPr lang="en-US" dirty="0" smtClean="0"/>
            <a:t>Waking up early</a:t>
          </a:r>
          <a:endParaRPr lang="en-US" dirty="0"/>
        </a:p>
      </dgm:t>
    </dgm:pt>
    <dgm:pt modelId="{B3C5503A-75E8-453D-BE87-02804B550302}" type="parTrans" cxnId="{9E19960D-DE7E-400E-9AF2-8F32C1B56B23}">
      <dgm:prSet/>
      <dgm:spPr/>
      <dgm:t>
        <a:bodyPr/>
        <a:lstStyle/>
        <a:p>
          <a:endParaRPr lang="en-US"/>
        </a:p>
      </dgm:t>
    </dgm:pt>
    <dgm:pt modelId="{E224F0B0-DE3E-49BD-9337-6027589187A2}" type="sibTrans" cxnId="{9E19960D-DE7E-400E-9AF2-8F32C1B56B23}">
      <dgm:prSet/>
      <dgm:spPr/>
      <dgm:t>
        <a:bodyPr/>
        <a:lstStyle/>
        <a:p>
          <a:endParaRPr lang="en-US"/>
        </a:p>
      </dgm:t>
    </dgm:pt>
    <dgm:pt modelId="{E1999AAB-4A58-4559-B2D1-4ECB6131DD92}">
      <dgm:prSet phldrT="[Text]"/>
      <dgm:spPr/>
      <dgm:t>
        <a:bodyPr/>
        <a:lstStyle/>
        <a:p>
          <a:r>
            <a:rPr lang="en-US" dirty="0" smtClean="0"/>
            <a:t>Creating YouTube </a:t>
          </a:r>
          <a:r>
            <a:rPr lang="en-US" dirty="0" err="1" smtClean="0"/>
            <a:t>Vedios</a:t>
          </a:r>
          <a:endParaRPr lang="en-US" dirty="0"/>
        </a:p>
      </dgm:t>
    </dgm:pt>
    <dgm:pt modelId="{238D1FF0-477B-4E8C-909A-E6CF53DD2E78}" type="parTrans" cxnId="{101E091F-C9C7-4E52-8185-063BB693C342}">
      <dgm:prSet/>
      <dgm:spPr/>
      <dgm:t>
        <a:bodyPr/>
        <a:lstStyle/>
        <a:p>
          <a:endParaRPr lang="en-US"/>
        </a:p>
      </dgm:t>
    </dgm:pt>
    <dgm:pt modelId="{3D83CACA-A663-4110-B125-02E998DD48BE}" type="sibTrans" cxnId="{101E091F-C9C7-4E52-8185-063BB693C342}">
      <dgm:prSet/>
      <dgm:spPr/>
      <dgm:t>
        <a:bodyPr/>
        <a:lstStyle/>
        <a:p>
          <a:endParaRPr lang="en-US"/>
        </a:p>
      </dgm:t>
    </dgm:pt>
    <dgm:pt modelId="{990A55B1-7303-4858-A800-9C2DDBB1506B}">
      <dgm:prSet phldrT="[Text]"/>
      <dgm:spPr/>
      <dgm:t>
        <a:bodyPr/>
        <a:lstStyle/>
        <a:p>
          <a:r>
            <a:rPr lang="en-US" dirty="0" err="1" smtClean="0"/>
            <a:t>Analyse</a:t>
          </a:r>
          <a:r>
            <a:rPr lang="en-US" dirty="0" smtClean="0"/>
            <a:t> things not doing</a:t>
          </a:r>
          <a:endParaRPr lang="en-US" dirty="0"/>
        </a:p>
      </dgm:t>
    </dgm:pt>
    <dgm:pt modelId="{52F237DA-5167-42DF-8645-92A6CB243C27}" type="parTrans" cxnId="{A29A0775-1602-462F-91CE-D8F3EEC6EEE8}">
      <dgm:prSet/>
      <dgm:spPr/>
      <dgm:t>
        <a:bodyPr/>
        <a:lstStyle/>
        <a:p>
          <a:endParaRPr lang="en-US"/>
        </a:p>
      </dgm:t>
    </dgm:pt>
    <dgm:pt modelId="{088FDFA6-ADCB-4DAC-88E1-BBCF67F54CB9}" type="sibTrans" cxnId="{A29A0775-1602-462F-91CE-D8F3EEC6EEE8}">
      <dgm:prSet/>
      <dgm:spPr/>
      <dgm:t>
        <a:bodyPr/>
        <a:lstStyle/>
        <a:p>
          <a:endParaRPr lang="en-US"/>
        </a:p>
      </dgm:t>
    </dgm:pt>
    <dgm:pt modelId="{5F95E1D0-7D24-49ED-96EC-FC3AA91B8CF4}">
      <dgm:prSet phldrT="[Text]"/>
      <dgm:spPr/>
      <dgm:t>
        <a:bodyPr/>
        <a:lstStyle/>
        <a:p>
          <a:r>
            <a:rPr lang="en-US" dirty="0" smtClean="0"/>
            <a:t>Not able to do it consistently</a:t>
          </a:r>
          <a:endParaRPr lang="en-US" dirty="0"/>
        </a:p>
      </dgm:t>
    </dgm:pt>
    <dgm:pt modelId="{8CE00DA3-3876-4F4C-9ADC-11B1CF238F2D}" type="parTrans" cxnId="{86A7D78D-CEAB-4803-BB1F-870C92799479}">
      <dgm:prSet/>
      <dgm:spPr/>
      <dgm:t>
        <a:bodyPr/>
        <a:lstStyle/>
        <a:p>
          <a:endParaRPr lang="en-US"/>
        </a:p>
      </dgm:t>
    </dgm:pt>
    <dgm:pt modelId="{85C27788-327B-4DD6-AEF9-5A5F7F4CCD8A}" type="sibTrans" cxnId="{86A7D78D-CEAB-4803-BB1F-870C92799479}">
      <dgm:prSet/>
      <dgm:spPr/>
      <dgm:t>
        <a:bodyPr/>
        <a:lstStyle/>
        <a:p>
          <a:endParaRPr lang="en-US"/>
        </a:p>
      </dgm:t>
    </dgm:pt>
    <dgm:pt modelId="{34D00943-9A00-41A1-A43E-60DC9216ED14}">
      <dgm:prSet phldrT="[Text]"/>
      <dgm:spPr/>
      <dgm:t>
        <a:bodyPr/>
        <a:lstStyle/>
        <a:p>
          <a:r>
            <a:rPr lang="en-US" dirty="0" smtClean="0"/>
            <a:t>3 positives</a:t>
          </a:r>
          <a:endParaRPr lang="en-US" dirty="0"/>
        </a:p>
      </dgm:t>
    </dgm:pt>
    <dgm:pt modelId="{9D139D6D-94D5-42DF-86A2-F78A4BF547CF}" type="parTrans" cxnId="{92042A39-F3BA-47B4-9E40-F44A827D9034}">
      <dgm:prSet/>
      <dgm:spPr/>
      <dgm:t>
        <a:bodyPr/>
        <a:lstStyle/>
        <a:p>
          <a:endParaRPr lang="en-US"/>
        </a:p>
      </dgm:t>
    </dgm:pt>
    <dgm:pt modelId="{50B69757-08ED-4084-98FA-297CE17245B6}" type="sibTrans" cxnId="{92042A39-F3BA-47B4-9E40-F44A827D9034}">
      <dgm:prSet/>
      <dgm:spPr/>
      <dgm:t>
        <a:bodyPr/>
        <a:lstStyle/>
        <a:p>
          <a:endParaRPr lang="en-US"/>
        </a:p>
      </dgm:t>
    </dgm:pt>
    <dgm:pt modelId="{99F4B2A2-018B-4370-835E-A19ED495AE67}">
      <dgm:prSet phldrT="[Text]"/>
      <dgm:spPr/>
      <dgm:t>
        <a:bodyPr/>
        <a:lstStyle/>
        <a:p>
          <a:r>
            <a:rPr lang="en-US" dirty="0" smtClean="0"/>
            <a:t>Energetic feel</a:t>
          </a:r>
          <a:endParaRPr lang="en-US" dirty="0"/>
        </a:p>
      </dgm:t>
    </dgm:pt>
    <dgm:pt modelId="{7091B2ED-E4BB-4AA9-B9A2-2C6CCD8BC81D}" type="parTrans" cxnId="{F7188530-31FB-4BBD-BA9A-DCA5715CCD14}">
      <dgm:prSet/>
      <dgm:spPr/>
      <dgm:t>
        <a:bodyPr/>
        <a:lstStyle/>
        <a:p>
          <a:endParaRPr lang="en-US"/>
        </a:p>
      </dgm:t>
    </dgm:pt>
    <dgm:pt modelId="{AF6BE7F4-ED53-4E4F-B6AB-580A57306031}" type="sibTrans" cxnId="{F7188530-31FB-4BBD-BA9A-DCA5715CCD14}">
      <dgm:prSet/>
      <dgm:spPr/>
      <dgm:t>
        <a:bodyPr/>
        <a:lstStyle/>
        <a:p>
          <a:endParaRPr lang="en-US"/>
        </a:p>
      </dgm:t>
    </dgm:pt>
    <dgm:pt modelId="{74E20241-56DB-4D82-9E72-846B3213C617}">
      <dgm:prSet phldrT="[Text]"/>
      <dgm:spPr/>
      <dgm:t>
        <a:bodyPr/>
        <a:lstStyle/>
        <a:p>
          <a:r>
            <a:rPr lang="en-US" dirty="0" smtClean="0"/>
            <a:t>Time to focus</a:t>
          </a:r>
          <a:endParaRPr lang="en-US" dirty="0"/>
        </a:p>
      </dgm:t>
    </dgm:pt>
    <dgm:pt modelId="{D13F43D7-E6B4-4E57-81B5-AA04E657A322}" type="parTrans" cxnId="{76165304-577C-4C9C-BE56-110FC5AC2312}">
      <dgm:prSet/>
      <dgm:spPr/>
      <dgm:t>
        <a:bodyPr/>
        <a:lstStyle/>
        <a:p>
          <a:endParaRPr lang="en-US"/>
        </a:p>
      </dgm:t>
    </dgm:pt>
    <dgm:pt modelId="{98155900-F0F0-461E-A392-046DA481792C}" type="sibTrans" cxnId="{76165304-577C-4C9C-BE56-110FC5AC2312}">
      <dgm:prSet/>
      <dgm:spPr/>
      <dgm:t>
        <a:bodyPr/>
        <a:lstStyle/>
        <a:p>
          <a:endParaRPr lang="en-US"/>
        </a:p>
      </dgm:t>
    </dgm:pt>
    <dgm:pt modelId="{14ED5BEF-FFFE-49F9-82A9-3034B4343281}">
      <dgm:prSet phldrT="[Text]"/>
      <dgm:spPr/>
      <dgm:t>
        <a:bodyPr/>
        <a:lstStyle/>
        <a:p>
          <a:r>
            <a:rPr lang="en-US" dirty="0" smtClean="0"/>
            <a:t>Positive environment</a:t>
          </a:r>
          <a:endParaRPr lang="en-US" dirty="0"/>
        </a:p>
      </dgm:t>
    </dgm:pt>
    <dgm:pt modelId="{954918BE-4F20-4A65-B0FC-85FFDD0F48EB}" type="parTrans" cxnId="{83ECEAA7-1115-4D86-99E1-A894E1B3E9AC}">
      <dgm:prSet/>
      <dgm:spPr/>
    </dgm:pt>
    <dgm:pt modelId="{25E84610-EF82-4BD7-A213-F8520A5BBD8F}" type="sibTrans" cxnId="{83ECEAA7-1115-4D86-99E1-A894E1B3E9AC}">
      <dgm:prSet/>
      <dgm:spPr/>
    </dgm:pt>
    <dgm:pt modelId="{F264C11A-A25E-4535-B388-A4DDF3A4F34B}" type="pres">
      <dgm:prSet presAssocID="{A95E2254-9AA8-4E70-B44B-3789EDCE66C4}" presName="theList" presStyleCnt="0">
        <dgm:presLayoutVars>
          <dgm:dir/>
          <dgm:animLvl val="lvl"/>
          <dgm:resizeHandles val="exact"/>
        </dgm:presLayoutVars>
      </dgm:prSet>
      <dgm:spPr/>
    </dgm:pt>
    <dgm:pt modelId="{C1AFC52B-CF49-4693-9BAF-436CA893B05F}" type="pres">
      <dgm:prSet presAssocID="{49941472-A089-4572-A28E-138717282231}" presName="compNode" presStyleCnt="0"/>
      <dgm:spPr/>
    </dgm:pt>
    <dgm:pt modelId="{8910C152-E12D-49B0-BD08-B4A170D61AF3}" type="pres">
      <dgm:prSet presAssocID="{49941472-A089-4572-A28E-138717282231}" presName="noGeometry" presStyleCnt="0"/>
      <dgm:spPr/>
    </dgm:pt>
    <dgm:pt modelId="{B121F1B1-6442-4222-B176-7CAC757E412B}" type="pres">
      <dgm:prSet presAssocID="{49941472-A089-4572-A28E-138717282231}" presName="childTextVisible" presStyleLbl="bgAccFollowNode1" presStyleIdx="0" presStyleCnt="3">
        <dgm:presLayoutVars>
          <dgm:bulletEnabled val="1"/>
        </dgm:presLayoutVars>
      </dgm:prSet>
      <dgm:spPr/>
    </dgm:pt>
    <dgm:pt modelId="{D86F90D4-5AB0-4D31-A0A8-2E708F22D3C2}" type="pres">
      <dgm:prSet presAssocID="{49941472-A089-4572-A28E-138717282231}" presName="childTextHidden" presStyleLbl="bgAccFollowNode1" presStyleIdx="0" presStyleCnt="3"/>
      <dgm:spPr/>
    </dgm:pt>
    <dgm:pt modelId="{26D2053E-52BF-4B64-9F5E-087EA19B8D53}" type="pres">
      <dgm:prSet presAssocID="{49941472-A089-4572-A28E-138717282231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C5BF02-E7BA-48B6-AB1A-76CEF28C8AB0}" type="pres">
      <dgm:prSet presAssocID="{49941472-A089-4572-A28E-138717282231}" presName="aSpace" presStyleCnt="0"/>
      <dgm:spPr/>
    </dgm:pt>
    <dgm:pt modelId="{99F8A729-2869-4FAE-96DD-F4D22A9740A8}" type="pres">
      <dgm:prSet presAssocID="{990A55B1-7303-4858-A800-9C2DDBB1506B}" presName="compNode" presStyleCnt="0"/>
      <dgm:spPr/>
    </dgm:pt>
    <dgm:pt modelId="{C980BE29-9715-4064-AC31-0F15C9190BF5}" type="pres">
      <dgm:prSet presAssocID="{990A55B1-7303-4858-A800-9C2DDBB1506B}" presName="noGeometry" presStyleCnt="0"/>
      <dgm:spPr/>
    </dgm:pt>
    <dgm:pt modelId="{78B1A24B-DA8F-403B-B478-16F45AA948E9}" type="pres">
      <dgm:prSet presAssocID="{990A55B1-7303-4858-A800-9C2DDBB1506B}" presName="childTextVisible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FA5B5B-8C7D-435E-A37E-A9FF0E961C41}" type="pres">
      <dgm:prSet presAssocID="{990A55B1-7303-4858-A800-9C2DDBB1506B}" presName="childTextHidden" presStyleLbl="bgAccFollowNode1" presStyleIdx="1" presStyleCnt="3"/>
      <dgm:spPr/>
      <dgm:t>
        <a:bodyPr/>
        <a:lstStyle/>
        <a:p>
          <a:endParaRPr lang="en-US"/>
        </a:p>
      </dgm:t>
    </dgm:pt>
    <dgm:pt modelId="{63E6B9A6-E123-4C35-8DC7-2D81EEFB0716}" type="pres">
      <dgm:prSet presAssocID="{990A55B1-7303-4858-A800-9C2DDBB1506B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DC0AE2-6ECA-4C41-AF47-133722B74898}" type="pres">
      <dgm:prSet presAssocID="{990A55B1-7303-4858-A800-9C2DDBB1506B}" presName="aSpace" presStyleCnt="0"/>
      <dgm:spPr/>
    </dgm:pt>
    <dgm:pt modelId="{8B8F5B2B-8A27-4F69-A5F5-79AEB7D4A724}" type="pres">
      <dgm:prSet presAssocID="{34D00943-9A00-41A1-A43E-60DC9216ED14}" presName="compNode" presStyleCnt="0"/>
      <dgm:spPr/>
    </dgm:pt>
    <dgm:pt modelId="{1AE87D2D-E5F5-4A1E-AD6B-FCEB8FD1D756}" type="pres">
      <dgm:prSet presAssocID="{34D00943-9A00-41A1-A43E-60DC9216ED14}" presName="noGeometry" presStyleCnt="0"/>
      <dgm:spPr/>
    </dgm:pt>
    <dgm:pt modelId="{45332EE9-46B1-4BC8-B9EF-62FD9D9145C0}" type="pres">
      <dgm:prSet presAssocID="{34D00943-9A00-41A1-A43E-60DC9216ED14}" presName="childTextVisible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23057E-A8B8-4D60-9C3E-CF369584BFE1}" type="pres">
      <dgm:prSet presAssocID="{34D00943-9A00-41A1-A43E-60DC9216ED14}" presName="childTextHidden" presStyleLbl="bgAccFollowNode1" presStyleIdx="2" presStyleCnt="3"/>
      <dgm:spPr/>
      <dgm:t>
        <a:bodyPr/>
        <a:lstStyle/>
        <a:p>
          <a:endParaRPr lang="en-US"/>
        </a:p>
      </dgm:t>
    </dgm:pt>
    <dgm:pt modelId="{5B617E55-E7DE-4D05-98E5-3D0BB9E276C6}" type="pres">
      <dgm:prSet presAssocID="{34D00943-9A00-41A1-A43E-60DC9216ED14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7188530-31FB-4BBD-BA9A-DCA5715CCD14}" srcId="{34D00943-9A00-41A1-A43E-60DC9216ED14}" destId="{99F4B2A2-018B-4370-835E-A19ED495AE67}" srcOrd="0" destOrd="0" parTransId="{7091B2ED-E4BB-4AA9-B9A2-2C6CCD8BC81D}" sibTransId="{AF6BE7F4-ED53-4E4F-B6AB-580A57306031}"/>
    <dgm:cxn modelId="{668EF299-6782-48C9-9436-AFED1C4E2AC0}" type="presOf" srcId="{A95E2254-9AA8-4E70-B44B-3789EDCE66C4}" destId="{F264C11A-A25E-4535-B388-A4DDF3A4F34B}" srcOrd="0" destOrd="0" presId="urn:microsoft.com/office/officeart/2005/8/layout/hProcess6"/>
    <dgm:cxn modelId="{48E68D96-3233-4D43-AD03-FDAD9FB1FD50}" type="presOf" srcId="{49941472-A089-4572-A28E-138717282231}" destId="{26D2053E-52BF-4B64-9F5E-087EA19B8D53}" srcOrd="0" destOrd="0" presId="urn:microsoft.com/office/officeart/2005/8/layout/hProcess6"/>
    <dgm:cxn modelId="{83ECEAA7-1115-4D86-99E1-A894E1B3E9AC}" srcId="{34D00943-9A00-41A1-A43E-60DC9216ED14}" destId="{14ED5BEF-FFFE-49F9-82A9-3034B4343281}" srcOrd="2" destOrd="0" parTransId="{954918BE-4F20-4A65-B0FC-85FFDD0F48EB}" sibTransId="{25E84610-EF82-4BD7-A213-F8520A5BBD8F}"/>
    <dgm:cxn modelId="{8F320508-2BF4-4BBB-9B90-3B0DF8832DB7}" type="presOf" srcId="{99F4B2A2-018B-4370-835E-A19ED495AE67}" destId="{45332EE9-46B1-4BC8-B9EF-62FD9D9145C0}" srcOrd="0" destOrd="0" presId="urn:microsoft.com/office/officeart/2005/8/layout/hProcess6"/>
    <dgm:cxn modelId="{9E19960D-DE7E-400E-9AF2-8F32C1B56B23}" srcId="{49941472-A089-4572-A28E-138717282231}" destId="{5A779DAE-1BCF-4087-836B-2B0368AA7C21}" srcOrd="0" destOrd="0" parTransId="{B3C5503A-75E8-453D-BE87-02804B550302}" sibTransId="{E224F0B0-DE3E-49BD-9337-6027589187A2}"/>
    <dgm:cxn modelId="{C8EAF335-C866-40A7-B1B8-E0C34360F897}" type="presOf" srcId="{99F4B2A2-018B-4370-835E-A19ED495AE67}" destId="{DC23057E-A8B8-4D60-9C3E-CF369584BFE1}" srcOrd="1" destOrd="0" presId="urn:microsoft.com/office/officeart/2005/8/layout/hProcess6"/>
    <dgm:cxn modelId="{101E091F-C9C7-4E52-8185-063BB693C342}" srcId="{49941472-A089-4572-A28E-138717282231}" destId="{E1999AAB-4A58-4559-B2D1-4ECB6131DD92}" srcOrd="1" destOrd="0" parTransId="{238D1FF0-477B-4E8C-909A-E6CF53DD2E78}" sibTransId="{3D83CACA-A663-4110-B125-02E998DD48BE}"/>
    <dgm:cxn modelId="{9F3F6026-978A-4122-A185-3C533CD3FD8A}" type="presOf" srcId="{990A55B1-7303-4858-A800-9C2DDBB1506B}" destId="{63E6B9A6-E123-4C35-8DC7-2D81EEFB0716}" srcOrd="0" destOrd="0" presId="urn:microsoft.com/office/officeart/2005/8/layout/hProcess6"/>
    <dgm:cxn modelId="{96BAB865-91BB-47CF-8309-1848CBFB0903}" type="presOf" srcId="{5F95E1D0-7D24-49ED-96EC-FC3AA91B8CF4}" destId="{E0FA5B5B-8C7D-435E-A37E-A9FF0E961C41}" srcOrd="1" destOrd="0" presId="urn:microsoft.com/office/officeart/2005/8/layout/hProcess6"/>
    <dgm:cxn modelId="{7590430E-694D-4BA0-BA5E-90197D3451A9}" type="presOf" srcId="{34D00943-9A00-41A1-A43E-60DC9216ED14}" destId="{5B617E55-E7DE-4D05-98E5-3D0BB9E276C6}" srcOrd="0" destOrd="0" presId="urn:microsoft.com/office/officeart/2005/8/layout/hProcess6"/>
    <dgm:cxn modelId="{38639328-4A87-43DC-8E6B-4F1880B4D68A}" type="presOf" srcId="{5A779DAE-1BCF-4087-836B-2B0368AA7C21}" destId="{D86F90D4-5AB0-4D31-A0A8-2E708F22D3C2}" srcOrd="1" destOrd="0" presId="urn:microsoft.com/office/officeart/2005/8/layout/hProcess6"/>
    <dgm:cxn modelId="{8833062F-CF74-44F9-BFC5-89A3BA719812}" type="presOf" srcId="{14ED5BEF-FFFE-49F9-82A9-3034B4343281}" destId="{45332EE9-46B1-4BC8-B9EF-62FD9D9145C0}" srcOrd="0" destOrd="2" presId="urn:microsoft.com/office/officeart/2005/8/layout/hProcess6"/>
    <dgm:cxn modelId="{C6208FD0-A902-43EE-AE06-73E4813FC0A1}" type="presOf" srcId="{5A779DAE-1BCF-4087-836B-2B0368AA7C21}" destId="{B121F1B1-6442-4222-B176-7CAC757E412B}" srcOrd="0" destOrd="0" presId="urn:microsoft.com/office/officeart/2005/8/layout/hProcess6"/>
    <dgm:cxn modelId="{76165304-577C-4C9C-BE56-110FC5AC2312}" srcId="{34D00943-9A00-41A1-A43E-60DC9216ED14}" destId="{74E20241-56DB-4D82-9E72-846B3213C617}" srcOrd="1" destOrd="0" parTransId="{D13F43D7-E6B4-4E57-81B5-AA04E657A322}" sibTransId="{98155900-F0F0-461E-A392-046DA481792C}"/>
    <dgm:cxn modelId="{DF34F4B3-E766-43AB-938A-93DA327EADD5}" type="presOf" srcId="{74E20241-56DB-4D82-9E72-846B3213C617}" destId="{DC23057E-A8B8-4D60-9C3E-CF369584BFE1}" srcOrd="1" destOrd="1" presId="urn:microsoft.com/office/officeart/2005/8/layout/hProcess6"/>
    <dgm:cxn modelId="{92042A39-F3BA-47B4-9E40-F44A827D9034}" srcId="{A95E2254-9AA8-4E70-B44B-3789EDCE66C4}" destId="{34D00943-9A00-41A1-A43E-60DC9216ED14}" srcOrd="2" destOrd="0" parTransId="{9D139D6D-94D5-42DF-86A2-F78A4BF547CF}" sibTransId="{50B69757-08ED-4084-98FA-297CE17245B6}"/>
    <dgm:cxn modelId="{D4E155B3-37AE-420D-8EED-32D8E31C6C1F}" srcId="{A95E2254-9AA8-4E70-B44B-3789EDCE66C4}" destId="{49941472-A089-4572-A28E-138717282231}" srcOrd="0" destOrd="0" parTransId="{361D22F6-14EE-4416-A2AB-D1ACA68C8A9D}" sibTransId="{05765576-F81D-4B68-A355-BA2B97123546}"/>
    <dgm:cxn modelId="{86A7D78D-CEAB-4803-BB1F-870C92799479}" srcId="{990A55B1-7303-4858-A800-9C2DDBB1506B}" destId="{5F95E1D0-7D24-49ED-96EC-FC3AA91B8CF4}" srcOrd="0" destOrd="0" parTransId="{8CE00DA3-3876-4F4C-9ADC-11B1CF238F2D}" sibTransId="{85C27788-327B-4DD6-AEF9-5A5F7F4CCD8A}"/>
    <dgm:cxn modelId="{A29A0775-1602-462F-91CE-D8F3EEC6EEE8}" srcId="{A95E2254-9AA8-4E70-B44B-3789EDCE66C4}" destId="{990A55B1-7303-4858-A800-9C2DDBB1506B}" srcOrd="1" destOrd="0" parTransId="{52F237DA-5167-42DF-8645-92A6CB243C27}" sibTransId="{088FDFA6-ADCB-4DAC-88E1-BBCF67F54CB9}"/>
    <dgm:cxn modelId="{9F4CB8A1-8F13-4488-A0A2-85D8BC886AFB}" type="presOf" srcId="{5F95E1D0-7D24-49ED-96EC-FC3AA91B8CF4}" destId="{78B1A24B-DA8F-403B-B478-16F45AA948E9}" srcOrd="0" destOrd="0" presId="urn:microsoft.com/office/officeart/2005/8/layout/hProcess6"/>
    <dgm:cxn modelId="{F61C0269-084D-4187-8CC9-24EBF2162676}" type="presOf" srcId="{74E20241-56DB-4D82-9E72-846B3213C617}" destId="{45332EE9-46B1-4BC8-B9EF-62FD9D9145C0}" srcOrd="0" destOrd="1" presId="urn:microsoft.com/office/officeart/2005/8/layout/hProcess6"/>
    <dgm:cxn modelId="{9CC36164-F4E7-4253-86C0-3F985C3ECC87}" type="presOf" srcId="{14ED5BEF-FFFE-49F9-82A9-3034B4343281}" destId="{DC23057E-A8B8-4D60-9C3E-CF369584BFE1}" srcOrd="1" destOrd="2" presId="urn:microsoft.com/office/officeart/2005/8/layout/hProcess6"/>
    <dgm:cxn modelId="{F86D0FFD-C344-4114-A871-9EA329F593A1}" type="presOf" srcId="{E1999AAB-4A58-4559-B2D1-4ECB6131DD92}" destId="{B121F1B1-6442-4222-B176-7CAC757E412B}" srcOrd="0" destOrd="1" presId="urn:microsoft.com/office/officeart/2005/8/layout/hProcess6"/>
    <dgm:cxn modelId="{8A720371-7FEB-4588-973A-60B6FC482CE9}" type="presOf" srcId="{E1999AAB-4A58-4559-B2D1-4ECB6131DD92}" destId="{D86F90D4-5AB0-4D31-A0A8-2E708F22D3C2}" srcOrd="1" destOrd="1" presId="urn:microsoft.com/office/officeart/2005/8/layout/hProcess6"/>
    <dgm:cxn modelId="{EDFABC8C-29DF-4CC3-AFEB-1806C3C0809B}" type="presParOf" srcId="{F264C11A-A25E-4535-B388-A4DDF3A4F34B}" destId="{C1AFC52B-CF49-4693-9BAF-436CA893B05F}" srcOrd="0" destOrd="0" presId="urn:microsoft.com/office/officeart/2005/8/layout/hProcess6"/>
    <dgm:cxn modelId="{0BFDDD11-20FC-460D-8280-FD5043547CF3}" type="presParOf" srcId="{C1AFC52B-CF49-4693-9BAF-436CA893B05F}" destId="{8910C152-E12D-49B0-BD08-B4A170D61AF3}" srcOrd="0" destOrd="0" presId="urn:microsoft.com/office/officeart/2005/8/layout/hProcess6"/>
    <dgm:cxn modelId="{54941B20-2C1C-4191-91D6-36838F579AC2}" type="presParOf" srcId="{C1AFC52B-CF49-4693-9BAF-436CA893B05F}" destId="{B121F1B1-6442-4222-B176-7CAC757E412B}" srcOrd="1" destOrd="0" presId="urn:microsoft.com/office/officeart/2005/8/layout/hProcess6"/>
    <dgm:cxn modelId="{6C3A3CAB-47A6-4696-B5F9-48698723BA16}" type="presParOf" srcId="{C1AFC52B-CF49-4693-9BAF-436CA893B05F}" destId="{D86F90D4-5AB0-4D31-A0A8-2E708F22D3C2}" srcOrd="2" destOrd="0" presId="urn:microsoft.com/office/officeart/2005/8/layout/hProcess6"/>
    <dgm:cxn modelId="{82E61B1C-A117-413B-9B42-523FD01C0E27}" type="presParOf" srcId="{C1AFC52B-CF49-4693-9BAF-436CA893B05F}" destId="{26D2053E-52BF-4B64-9F5E-087EA19B8D53}" srcOrd="3" destOrd="0" presId="urn:microsoft.com/office/officeart/2005/8/layout/hProcess6"/>
    <dgm:cxn modelId="{83E5BFAB-4F69-4632-898A-ADFB3D551E63}" type="presParOf" srcId="{F264C11A-A25E-4535-B388-A4DDF3A4F34B}" destId="{7BC5BF02-E7BA-48B6-AB1A-76CEF28C8AB0}" srcOrd="1" destOrd="0" presId="urn:microsoft.com/office/officeart/2005/8/layout/hProcess6"/>
    <dgm:cxn modelId="{84F24793-2E7E-4481-8BD9-F9B406D5A7AF}" type="presParOf" srcId="{F264C11A-A25E-4535-B388-A4DDF3A4F34B}" destId="{99F8A729-2869-4FAE-96DD-F4D22A9740A8}" srcOrd="2" destOrd="0" presId="urn:microsoft.com/office/officeart/2005/8/layout/hProcess6"/>
    <dgm:cxn modelId="{DF354A34-AC72-4B44-BECD-FD241753CE99}" type="presParOf" srcId="{99F8A729-2869-4FAE-96DD-F4D22A9740A8}" destId="{C980BE29-9715-4064-AC31-0F15C9190BF5}" srcOrd="0" destOrd="0" presId="urn:microsoft.com/office/officeart/2005/8/layout/hProcess6"/>
    <dgm:cxn modelId="{339A4B20-E282-4F55-8226-272C935E2EF2}" type="presParOf" srcId="{99F8A729-2869-4FAE-96DD-F4D22A9740A8}" destId="{78B1A24B-DA8F-403B-B478-16F45AA948E9}" srcOrd="1" destOrd="0" presId="urn:microsoft.com/office/officeart/2005/8/layout/hProcess6"/>
    <dgm:cxn modelId="{CE2673CD-FC65-4A23-B932-256267949670}" type="presParOf" srcId="{99F8A729-2869-4FAE-96DD-F4D22A9740A8}" destId="{E0FA5B5B-8C7D-435E-A37E-A9FF0E961C41}" srcOrd="2" destOrd="0" presId="urn:microsoft.com/office/officeart/2005/8/layout/hProcess6"/>
    <dgm:cxn modelId="{EFC817FD-6AB9-490F-AFDF-EEC4B30C3C19}" type="presParOf" srcId="{99F8A729-2869-4FAE-96DD-F4D22A9740A8}" destId="{63E6B9A6-E123-4C35-8DC7-2D81EEFB0716}" srcOrd="3" destOrd="0" presId="urn:microsoft.com/office/officeart/2005/8/layout/hProcess6"/>
    <dgm:cxn modelId="{36E910BA-B0FF-43C3-AA53-E2BBD2965B9C}" type="presParOf" srcId="{F264C11A-A25E-4535-B388-A4DDF3A4F34B}" destId="{83DC0AE2-6ECA-4C41-AF47-133722B74898}" srcOrd="3" destOrd="0" presId="urn:microsoft.com/office/officeart/2005/8/layout/hProcess6"/>
    <dgm:cxn modelId="{B8FCCA09-DCA3-4679-93C8-869E124F24B5}" type="presParOf" srcId="{F264C11A-A25E-4535-B388-A4DDF3A4F34B}" destId="{8B8F5B2B-8A27-4F69-A5F5-79AEB7D4A724}" srcOrd="4" destOrd="0" presId="urn:microsoft.com/office/officeart/2005/8/layout/hProcess6"/>
    <dgm:cxn modelId="{1E0A60C6-3C06-4939-8A8E-7F34AA0B67EC}" type="presParOf" srcId="{8B8F5B2B-8A27-4F69-A5F5-79AEB7D4A724}" destId="{1AE87D2D-E5F5-4A1E-AD6B-FCEB8FD1D756}" srcOrd="0" destOrd="0" presId="urn:microsoft.com/office/officeart/2005/8/layout/hProcess6"/>
    <dgm:cxn modelId="{8EC27BEB-022D-480E-A6E1-7EC891C46BF9}" type="presParOf" srcId="{8B8F5B2B-8A27-4F69-A5F5-79AEB7D4A724}" destId="{45332EE9-46B1-4BC8-B9EF-62FD9D9145C0}" srcOrd="1" destOrd="0" presId="urn:microsoft.com/office/officeart/2005/8/layout/hProcess6"/>
    <dgm:cxn modelId="{444E30C1-A611-4B6E-A5C9-DB5F8D76926F}" type="presParOf" srcId="{8B8F5B2B-8A27-4F69-A5F5-79AEB7D4A724}" destId="{DC23057E-A8B8-4D60-9C3E-CF369584BFE1}" srcOrd="2" destOrd="0" presId="urn:microsoft.com/office/officeart/2005/8/layout/hProcess6"/>
    <dgm:cxn modelId="{ADD25F4D-864C-4F9F-9A49-851C9709CAE3}" type="presParOf" srcId="{8B8F5B2B-8A27-4F69-A5F5-79AEB7D4A724}" destId="{5B617E55-E7DE-4D05-98E5-3D0BB9E276C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951F77-4E36-4893-91C6-3151A6D516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68B812-A325-41D8-A08E-C2392666DF66}">
      <dgm:prSet custT="1"/>
      <dgm:spPr/>
      <dgm:t>
        <a:bodyPr/>
        <a:lstStyle/>
        <a:p>
          <a:r>
            <a:rPr lang="en-US" sz="2200" b="1" i="0" dirty="0">
              <a:solidFill>
                <a:schemeClr val="bg1"/>
              </a:solidFill>
            </a:rPr>
            <a:t>Email</a:t>
          </a:r>
          <a:r>
            <a:rPr lang="en-US" sz="2200" b="0" i="0" dirty="0">
              <a:solidFill>
                <a:schemeClr val="bg1"/>
              </a:solidFill>
            </a:rPr>
            <a:t/>
          </a:r>
          <a:br>
            <a:rPr lang="en-US" sz="2200" b="0" i="0" dirty="0">
              <a:solidFill>
                <a:schemeClr val="bg1"/>
              </a:solidFill>
            </a:rPr>
          </a:br>
          <a:r>
            <a:rPr lang="en-US" sz="2200" b="0" i="0" dirty="0" smtClean="0">
              <a:solidFill>
                <a:schemeClr val="bg1"/>
              </a:solidFill>
            </a:rPr>
            <a:t>officialsachinrajbhar@g</a:t>
          </a:r>
          <a:r>
            <a:rPr lang="en-US" sz="1800" b="0" i="0" dirty="0" smtClean="0">
              <a:solidFill>
                <a:schemeClr val="bg1"/>
              </a:solidFill>
            </a:rPr>
            <a:t>mail.com</a:t>
          </a:r>
          <a:endParaRPr lang="en-US" sz="1800" b="0" i="0" dirty="0">
            <a:solidFill>
              <a:schemeClr val="bg1"/>
            </a:solidFill>
          </a:endParaRPr>
        </a:p>
      </dgm:t>
    </dgm:pt>
    <dgm:pt modelId="{23A01A1D-B409-49E7-91BA-2321B9A237C2}" type="parTrans" cxnId="{AAD26E9B-C129-46B7-BFCC-98D5999B6B9A}">
      <dgm:prSet/>
      <dgm:spPr/>
      <dgm:t>
        <a:bodyPr/>
        <a:lstStyle/>
        <a:p>
          <a:endParaRPr lang="en-US" b="0" i="0"/>
        </a:p>
      </dgm:t>
    </dgm:pt>
    <dgm:pt modelId="{E950D3C2-0472-429B-98B0-86C856FA65A1}" type="sibTrans" cxnId="{AAD26E9B-C129-46B7-BFCC-98D5999B6B9A}">
      <dgm:prSet/>
      <dgm:spPr/>
      <dgm:t>
        <a:bodyPr/>
        <a:lstStyle/>
        <a:p>
          <a:endParaRPr lang="en-US" b="0" i="0"/>
        </a:p>
      </dgm:t>
    </dgm:pt>
    <dgm:pt modelId="{7D1766B6-66CF-40CE-9693-BD20AFFFA3C9}">
      <dgm:prSet custT="1"/>
      <dgm:spPr/>
      <dgm:t>
        <a:bodyPr/>
        <a:lstStyle/>
        <a:p>
          <a:r>
            <a:rPr lang="en-US" sz="2200" b="1" i="0" dirty="0" smtClean="0">
              <a:solidFill>
                <a:schemeClr val="bg1"/>
              </a:solidFill>
            </a:rPr>
            <a:t>Phone</a:t>
          </a:r>
        </a:p>
        <a:p>
          <a:r>
            <a:rPr lang="en-US" sz="2200" b="1" i="0" dirty="0" smtClean="0">
              <a:solidFill>
                <a:schemeClr val="bg1"/>
              </a:solidFill>
            </a:rPr>
            <a:t>8285895280</a:t>
          </a:r>
          <a:endParaRPr lang="en-US" sz="1800" b="0" i="0" dirty="0">
            <a:solidFill>
              <a:schemeClr val="bg1"/>
            </a:solidFill>
          </a:endParaRPr>
        </a:p>
      </dgm:t>
    </dgm:pt>
    <dgm:pt modelId="{76694DF4-F7BE-4AF1-9E12-BAEDD42D9ED3}" type="parTrans" cxnId="{EA0F618E-4C96-42F0-9E3C-66B0158BCCBE}">
      <dgm:prSet/>
      <dgm:spPr/>
      <dgm:t>
        <a:bodyPr/>
        <a:lstStyle/>
        <a:p>
          <a:endParaRPr lang="en-US" b="0" i="0"/>
        </a:p>
      </dgm:t>
    </dgm:pt>
    <dgm:pt modelId="{0C6A2CC7-5741-4D63-A8FF-E7E06F0D1222}" type="sibTrans" cxnId="{EA0F618E-4C96-42F0-9E3C-66B0158BCCBE}">
      <dgm:prSet/>
      <dgm:spPr/>
      <dgm:t>
        <a:bodyPr/>
        <a:lstStyle/>
        <a:p>
          <a:endParaRPr lang="en-US" b="0" i="0"/>
        </a:p>
      </dgm:t>
    </dgm:pt>
    <dgm:pt modelId="{F61FEBF0-CB2F-4364-8F44-722FB7578D18}" type="pres">
      <dgm:prSet presAssocID="{D7951F77-4E36-4893-91C6-3151A6D51694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63367BB-4527-4646-8015-D79C10A337E8}" type="pres">
      <dgm:prSet presAssocID="{BC68B812-A325-41D8-A08E-C2392666DF66}" presName="compNode" presStyleCnt="0"/>
      <dgm:spPr/>
    </dgm:pt>
    <dgm:pt modelId="{712D2B29-4977-4B70-ABE9-215A9E804015}" type="pres">
      <dgm:prSet presAssocID="{BC68B812-A325-41D8-A08E-C2392666DF66}" presName="bgRect" presStyleLbl="bgShp" presStyleIdx="0" presStyleCnt="2"/>
      <dgm:spPr>
        <a:prstGeom prst="rect">
          <a:avLst/>
        </a:prstGeom>
        <a:noFill/>
        <a:ln w="22225">
          <a:noFill/>
        </a:ln>
        <a:effectLst/>
      </dgm:spPr>
    </dgm:pt>
    <dgm:pt modelId="{6C7A9EF9-02EB-4D4D-A251-EC3A2F0EFD57}" type="pres">
      <dgm:prSet presAssocID="{BC68B812-A325-41D8-A08E-C2392666DF66}" presName="iconRect" presStyleLbl="node1" presStyleIdx="0" presStyleCnt="2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3497251-DF6D-4038-B1ED-CA29B33C0A2F}" type="pres">
      <dgm:prSet presAssocID="{BC68B812-A325-41D8-A08E-C2392666DF66}" presName="spaceRect" presStyleCnt="0"/>
      <dgm:spPr/>
    </dgm:pt>
    <dgm:pt modelId="{516FEABD-B159-4827-91AC-07F0FC9EFC37}" type="pres">
      <dgm:prSet presAssocID="{BC68B812-A325-41D8-A08E-C2392666DF66}" presName="par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80E91A4-0DB6-46AF-871B-67918081435B}" type="pres">
      <dgm:prSet presAssocID="{E950D3C2-0472-429B-98B0-86C856FA65A1}" presName="sibTrans" presStyleCnt="0"/>
      <dgm:spPr/>
    </dgm:pt>
    <dgm:pt modelId="{DD57C002-1714-4E12-872A-FCE88CC043FE}" type="pres">
      <dgm:prSet presAssocID="{7D1766B6-66CF-40CE-9693-BD20AFFFA3C9}" presName="compNode" presStyleCnt="0"/>
      <dgm:spPr/>
    </dgm:pt>
    <dgm:pt modelId="{59534EC1-7FD9-454B-8378-AACE14683CA9}" type="pres">
      <dgm:prSet presAssocID="{7D1766B6-66CF-40CE-9693-BD20AFFFA3C9}" presName="bgRect" presStyleLbl="bgShp" presStyleIdx="1" presStyleCnt="2"/>
      <dgm:spPr>
        <a:prstGeom prst="rect">
          <a:avLst/>
        </a:prstGeom>
        <a:noFill/>
        <a:ln w="22225">
          <a:noFill/>
        </a:ln>
        <a:effectLst/>
      </dgm:spPr>
    </dgm:pt>
    <dgm:pt modelId="{E81A461C-9D61-4B88-8277-F9DC532D2140}" type="pres">
      <dgm:prSet presAssocID="{7D1766B6-66CF-40CE-9693-BD20AFFFA3C9}" presName="iconRect" presStyleLbl="node1" presStyleIdx="1" presStyleCnt="2"/>
      <dgm:spPr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9C87944-7AB8-4146-A381-E36FC48D5AE7}" type="pres">
      <dgm:prSet presAssocID="{7D1766B6-66CF-40CE-9693-BD20AFFFA3C9}" presName="spaceRect" presStyleCnt="0"/>
      <dgm:spPr/>
    </dgm:pt>
    <dgm:pt modelId="{CC81887C-6C6F-4E1A-BA2B-49AE8504B865}" type="pres">
      <dgm:prSet presAssocID="{7D1766B6-66CF-40CE-9693-BD20AFFFA3C9}" presName="parTx" presStyleLbl="revTx" presStyleIdx="1" presStyleCnt="2" custScaleX="10622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643FF34F-8DBA-4A80-B845-400878209600}" type="presOf" srcId="{7D1766B6-66CF-40CE-9693-BD20AFFFA3C9}" destId="{CC81887C-6C6F-4E1A-BA2B-49AE8504B865}" srcOrd="0" destOrd="0" presId="urn:microsoft.com/office/officeart/2018/2/layout/IconVerticalSolidList"/>
    <dgm:cxn modelId="{EA0F618E-4C96-42F0-9E3C-66B0158BCCBE}" srcId="{D7951F77-4E36-4893-91C6-3151A6D51694}" destId="{7D1766B6-66CF-40CE-9693-BD20AFFFA3C9}" srcOrd="1" destOrd="0" parTransId="{76694DF4-F7BE-4AF1-9E12-BAEDD42D9ED3}" sibTransId="{0C6A2CC7-5741-4D63-A8FF-E7E06F0D1222}"/>
    <dgm:cxn modelId="{9D5AFC8C-3FE5-4AED-9F29-5D039E47B81F}" type="presOf" srcId="{D7951F77-4E36-4893-91C6-3151A6D51694}" destId="{F61FEBF0-CB2F-4364-8F44-722FB7578D18}" srcOrd="0" destOrd="0" presId="urn:microsoft.com/office/officeart/2018/2/layout/IconVerticalSolidList"/>
    <dgm:cxn modelId="{90986C5B-BF7B-4231-8046-782BAE77E788}" type="presOf" srcId="{BC68B812-A325-41D8-A08E-C2392666DF66}" destId="{516FEABD-B159-4827-91AC-07F0FC9EFC37}" srcOrd="0" destOrd="0" presId="urn:microsoft.com/office/officeart/2018/2/layout/IconVerticalSolidList"/>
    <dgm:cxn modelId="{AAD26E9B-C129-46B7-BFCC-98D5999B6B9A}" srcId="{D7951F77-4E36-4893-91C6-3151A6D51694}" destId="{BC68B812-A325-41D8-A08E-C2392666DF66}" srcOrd="0" destOrd="0" parTransId="{23A01A1D-B409-49E7-91BA-2321B9A237C2}" sibTransId="{E950D3C2-0472-429B-98B0-86C856FA65A1}"/>
    <dgm:cxn modelId="{AC8A67FF-09EA-4C04-AE25-5A9F33A57654}" type="presParOf" srcId="{F61FEBF0-CB2F-4364-8F44-722FB7578D18}" destId="{763367BB-4527-4646-8015-D79C10A337E8}" srcOrd="0" destOrd="0" presId="urn:microsoft.com/office/officeart/2018/2/layout/IconVerticalSolidList"/>
    <dgm:cxn modelId="{5BC094CB-F2E0-4918-9AC7-082F24D0AC9E}" type="presParOf" srcId="{763367BB-4527-4646-8015-D79C10A337E8}" destId="{712D2B29-4977-4B70-ABE9-215A9E804015}" srcOrd="0" destOrd="0" presId="urn:microsoft.com/office/officeart/2018/2/layout/IconVerticalSolidList"/>
    <dgm:cxn modelId="{8583FA80-D558-4B21-9EFE-C8F712D37D97}" type="presParOf" srcId="{763367BB-4527-4646-8015-D79C10A337E8}" destId="{6C7A9EF9-02EB-4D4D-A251-EC3A2F0EFD57}" srcOrd="1" destOrd="0" presId="urn:microsoft.com/office/officeart/2018/2/layout/IconVerticalSolidList"/>
    <dgm:cxn modelId="{FF2B3AFE-5D78-4AF4-BD5D-10DA64FD2E34}" type="presParOf" srcId="{763367BB-4527-4646-8015-D79C10A337E8}" destId="{13497251-DF6D-4038-B1ED-CA29B33C0A2F}" srcOrd="2" destOrd="0" presId="urn:microsoft.com/office/officeart/2018/2/layout/IconVerticalSolidList"/>
    <dgm:cxn modelId="{03E26A79-059D-4B0B-B311-C422C1F45874}" type="presParOf" srcId="{763367BB-4527-4646-8015-D79C10A337E8}" destId="{516FEABD-B159-4827-91AC-07F0FC9EFC37}" srcOrd="3" destOrd="0" presId="urn:microsoft.com/office/officeart/2018/2/layout/IconVerticalSolidList"/>
    <dgm:cxn modelId="{7DF7C674-8C32-4721-BFBF-41FDC484E9DE}" type="presParOf" srcId="{F61FEBF0-CB2F-4364-8F44-722FB7578D18}" destId="{580E91A4-0DB6-46AF-871B-67918081435B}" srcOrd="1" destOrd="0" presId="urn:microsoft.com/office/officeart/2018/2/layout/IconVerticalSolidList"/>
    <dgm:cxn modelId="{69E1E3B7-31C1-4B29-966A-E5A8BB0D531A}" type="presParOf" srcId="{F61FEBF0-CB2F-4364-8F44-722FB7578D18}" destId="{DD57C002-1714-4E12-872A-FCE88CC043FE}" srcOrd="2" destOrd="0" presId="urn:microsoft.com/office/officeart/2018/2/layout/IconVerticalSolidList"/>
    <dgm:cxn modelId="{EFAE7F8F-7259-4084-AAA5-1FF2B2F8421F}" type="presParOf" srcId="{DD57C002-1714-4E12-872A-FCE88CC043FE}" destId="{59534EC1-7FD9-454B-8378-AACE14683CA9}" srcOrd="0" destOrd="0" presId="urn:microsoft.com/office/officeart/2018/2/layout/IconVerticalSolidList"/>
    <dgm:cxn modelId="{800A25F1-C44E-4FE9-8A17-1481D23F9CD2}" type="presParOf" srcId="{DD57C002-1714-4E12-872A-FCE88CC043FE}" destId="{E81A461C-9D61-4B88-8277-F9DC532D2140}" srcOrd="1" destOrd="0" presId="urn:microsoft.com/office/officeart/2018/2/layout/IconVerticalSolidList"/>
    <dgm:cxn modelId="{A87D708E-7950-48D7-9212-063B037786BA}" type="presParOf" srcId="{DD57C002-1714-4E12-872A-FCE88CC043FE}" destId="{79C87944-7AB8-4146-A381-E36FC48D5AE7}" srcOrd="2" destOrd="0" presId="urn:microsoft.com/office/officeart/2018/2/layout/IconVerticalSolidList"/>
    <dgm:cxn modelId="{EC725DBF-F357-4C9A-A034-C4DE0610B5FD}" type="presParOf" srcId="{DD57C002-1714-4E12-872A-FCE88CC043FE}" destId="{CC81887C-6C6F-4E1A-BA2B-49AE8504B865}" srcOrd="3" destOrd="0" presId="urn:microsoft.com/office/officeart/2018/2/layout/IconVerticalSoli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1F1B1-6442-4222-B176-7CAC757E412B}">
      <dsp:nvSpPr>
        <dsp:cNvPr id="0" name=""/>
        <dsp:cNvSpPr/>
      </dsp:nvSpPr>
      <dsp:spPr>
        <a:xfrm>
          <a:off x="527843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Waking up early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Creating YouTube </a:t>
          </a:r>
          <a:r>
            <a:rPr lang="en-US" sz="1200" kern="1200" dirty="0" err="1" smtClean="0"/>
            <a:t>Vedios</a:t>
          </a:r>
          <a:endParaRPr lang="en-US" sz="1200" kern="1200" dirty="0"/>
        </a:p>
      </dsp:txBody>
      <dsp:txXfrm>
        <a:off x="1051718" y="2068228"/>
        <a:ext cx="1021556" cy="1282211"/>
      </dsp:txXfrm>
    </dsp:sp>
    <dsp:sp modelId="{26D2053E-52BF-4B64-9F5E-087EA19B8D53}">
      <dsp:nvSpPr>
        <dsp:cNvPr id="0" name=""/>
        <dsp:cNvSpPr/>
      </dsp:nvSpPr>
      <dsp:spPr>
        <a:xfrm>
          <a:off x="3968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Building a Habit</a:t>
          </a:r>
          <a:endParaRPr lang="en-US" sz="1400" kern="1200" dirty="0"/>
        </a:p>
      </dsp:txBody>
      <dsp:txXfrm>
        <a:off x="157407" y="2338897"/>
        <a:ext cx="740872" cy="740872"/>
      </dsp:txXfrm>
    </dsp:sp>
    <dsp:sp modelId="{78B1A24B-DA8F-403B-B478-16F45AA948E9}">
      <dsp:nvSpPr>
        <dsp:cNvPr id="0" name=""/>
        <dsp:cNvSpPr/>
      </dsp:nvSpPr>
      <dsp:spPr>
        <a:xfrm>
          <a:off x="3278187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Not able to do it consistently</a:t>
          </a:r>
          <a:endParaRPr lang="en-US" sz="1200" kern="1200" dirty="0"/>
        </a:p>
      </dsp:txBody>
      <dsp:txXfrm>
        <a:off x="3802062" y="2068228"/>
        <a:ext cx="1021556" cy="1282211"/>
      </dsp:txXfrm>
    </dsp:sp>
    <dsp:sp modelId="{63E6B9A6-E123-4C35-8DC7-2D81EEFB0716}">
      <dsp:nvSpPr>
        <dsp:cNvPr id="0" name=""/>
        <dsp:cNvSpPr/>
      </dsp:nvSpPr>
      <dsp:spPr>
        <a:xfrm>
          <a:off x="2754312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Analyse</a:t>
          </a:r>
          <a:r>
            <a:rPr lang="en-US" sz="1400" kern="1200" dirty="0" smtClean="0"/>
            <a:t> things not doing</a:t>
          </a:r>
          <a:endParaRPr lang="en-US" sz="1400" kern="1200" dirty="0"/>
        </a:p>
      </dsp:txBody>
      <dsp:txXfrm>
        <a:off x="2907751" y="2338897"/>
        <a:ext cx="740872" cy="740872"/>
      </dsp:txXfrm>
    </dsp:sp>
    <dsp:sp modelId="{45332EE9-46B1-4BC8-B9EF-62FD9D9145C0}">
      <dsp:nvSpPr>
        <dsp:cNvPr id="0" name=""/>
        <dsp:cNvSpPr/>
      </dsp:nvSpPr>
      <dsp:spPr>
        <a:xfrm>
          <a:off x="6028531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Energetic feel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Time to focus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Positive environment</a:t>
          </a:r>
          <a:endParaRPr lang="en-US" sz="1200" kern="1200" dirty="0"/>
        </a:p>
      </dsp:txBody>
      <dsp:txXfrm>
        <a:off x="6552406" y="2068228"/>
        <a:ext cx="1021556" cy="1282211"/>
      </dsp:txXfrm>
    </dsp:sp>
    <dsp:sp modelId="{5B617E55-E7DE-4D05-98E5-3D0BB9E276C6}">
      <dsp:nvSpPr>
        <dsp:cNvPr id="0" name=""/>
        <dsp:cNvSpPr/>
      </dsp:nvSpPr>
      <dsp:spPr>
        <a:xfrm>
          <a:off x="5504656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3 positives</a:t>
          </a:r>
          <a:endParaRPr lang="en-US" sz="1400" kern="1200" dirty="0"/>
        </a:p>
      </dsp:txBody>
      <dsp:txXfrm>
        <a:off x="5658095" y="2338897"/>
        <a:ext cx="740872" cy="7408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D2B29-4977-4B70-ABE9-215A9E804015}">
      <dsp:nvSpPr>
        <dsp:cNvPr id="0" name=""/>
        <dsp:cNvSpPr/>
      </dsp:nvSpPr>
      <dsp:spPr>
        <a:xfrm>
          <a:off x="0" y="512377"/>
          <a:ext cx="3245048" cy="1182441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A9EF9-02EB-4D4D-A251-EC3A2F0EFD57}">
      <dsp:nvSpPr>
        <dsp:cNvPr id="0" name=""/>
        <dsp:cNvSpPr/>
      </dsp:nvSpPr>
      <dsp:spPr>
        <a:xfrm>
          <a:off x="357688" y="778427"/>
          <a:ext cx="650342" cy="650342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FEABD-B159-4827-91AC-07F0FC9EFC37}">
      <dsp:nvSpPr>
        <dsp:cNvPr id="0" name=""/>
        <dsp:cNvSpPr/>
      </dsp:nvSpPr>
      <dsp:spPr>
        <a:xfrm>
          <a:off x="1365719" y="512377"/>
          <a:ext cx="1689699" cy="1524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15" tIns="161315" rIns="161315" bIns="161315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i="0" kern="1200" dirty="0">
              <a:solidFill>
                <a:schemeClr val="bg1"/>
              </a:solidFill>
            </a:rPr>
            <a:t>Email</a:t>
          </a:r>
          <a:r>
            <a:rPr lang="en-US" sz="2200" b="0" i="0" kern="1200" dirty="0">
              <a:solidFill>
                <a:schemeClr val="bg1"/>
              </a:solidFill>
            </a:rPr>
            <a:t/>
          </a:r>
          <a:br>
            <a:rPr lang="en-US" sz="2200" b="0" i="0" kern="1200" dirty="0">
              <a:solidFill>
                <a:schemeClr val="bg1"/>
              </a:solidFill>
            </a:rPr>
          </a:br>
          <a:r>
            <a:rPr lang="en-US" sz="2200" b="0" i="0" kern="1200" dirty="0" smtClean="0">
              <a:solidFill>
                <a:schemeClr val="bg1"/>
              </a:solidFill>
            </a:rPr>
            <a:t>officialsachinrajbhar@g</a:t>
          </a:r>
          <a:r>
            <a:rPr lang="en-US" sz="1800" b="0" i="0" kern="1200" dirty="0" smtClean="0">
              <a:solidFill>
                <a:schemeClr val="bg1"/>
              </a:solidFill>
            </a:rPr>
            <a:t>mail.com</a:t>
          </a:r>
          <a:endParaRPr lang="en-US" sz="1800" b="0" i="0" kern="1200" dirty="0">
            <a:solidFill>
              <a:schemeClr val="bg1"/>
            </a:solidFill>
          </a:endParaRPr>
        </a:p>
      </dsp:txBody>
      <dsp:txXfrm>
        <a:off x="1365719" y="512377"/>
        <a:ext cx="1689699" cy="1524240"/>
      </dsp:txXfrm>
    </dsp:sp>
    <dsp:sp modelId="{59534EC1-7FD9-454B-8378-AACE14683CA9}">
      <dsp:nvSpPr>
        <dsp:cNvPr id="0" name=""/>
        <dsp:cNvSpPr/>
      </dsp:nvSpPr>
      <dsp:spPr>
        <a:xfrm>
          <a:off x="0" y="2366184"/>
          <a:ext cx="3245048" cy="1182441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A461C-9D61-4B88-8277-F9DC532D2140}">
      <dsp:nvSpPr>
        <dsp:cNvPr id="0" name=""/>
        <dsp:cNvSpPr/>
      </dsp:nvSpPr>
      <dsp:spPr>
        <a:xfrm>
          <a:off x="357688" y="2632233"/>
          <a:ext cx="650342" cy="650342"/>
        </a:xfrm>
        <a:prstGeom prst="rect">
          <a:avLst/>
        </a:prstGeom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1887C-6C6F-4E1A-BA2B-49AE8504B865}">
      <dsp:nvSpPr>
        <dsp:cNvPr id="0" name=""/>
        <dsp:cNvSpPr/>
      </dsp:nvSpPr>
      <dsp:spPr>
        <a:xfrm>
          <a:off x="1313127" y="2366184"/>
          <a:ext cx="1794883" cy="1524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15" tIns="161315" rIns="161315" bIns="161315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i="0" kern="1200" dirty="0" smtClean="0">
              <a:solidFill>
                <a:schemeClr val="bg1"/>
              </a:solidFill>
            </a:rPr>
            <a:t>Phone</a:t>
          </a:r>
        </a:p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i="0" kern="1200" dirty="0" smtClean="0">
              <a:solidFill>
                <a:schemeClr val="bg1"/>
              </a:solidFill>
            </a:rPr>
            <a:t>8285895280</a:t>
          </a:r>
          <a:endParaRPr lang="en-US" sz="1800" b="0" i="0" kern="1200" dirty="0">
            <a:solidFill>
              <a:schemeClr val="bg1"/>
            </a:solidFill>
          </a:endParaRPr>
        </a:p>
      </dsp:txBody>
      <dsp:txXfrm>
        <a:off x="1313127" y="2366184"/>
        <a:ext cx="1794883" cy="1524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2C6EDC-7FFA-47A2-B52F-55A206E44B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EDDADD-70D2-4CFE-B25E-1F36E04BB9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639B8-EA76-475F-ABF2-3D49BD1F56D3}" type="datetimeFigureOut">
              <a:rPr lang="en-US" smtClean="0"/>
              <a:t>4/2/2022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A19CE-73D9-4994-9060-F191EDCCBD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47C41-E403-4DA7-841A-2A4B1C464C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B7899-3180-4353-9ECC-DB9AF208CD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15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F3147-C309-44B8-AF20-BAB82B7C4F88}" type="datetimeFigureOut">
              <a:rPr lang="en-US" smtClean="0"/>
              <a:t>4/2/2022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AC06A-4905-4B1A-83C1-3B011A8CF0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10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AC06A-4905-4B1A-83C1-3B011A8CF04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70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AC06A-4905-4B1A-83C1-3B011A8CF04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95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AC06A-4905-4B1A-83C1-3B011A8CF04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24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AC06A-4905-4B1A-83C1-3B011A8CF04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58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AC06A-4905-4B1A-83C1-3B011A8CF04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339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7461A7-C745-4C36-816E-A1BF6EE517A4}"/>
              </a:ext>
            </a:extLst>
          </p:cNvPr>
          <p:cNvSpPr/>
          <p:nvPr userDrawn="1"/>
        </p:nvSpPr>
        <p:spPr>
          <a:xfrm>
            <a:off x="0" y="4554000"/>
            <a:ext cx="12192000" cy="230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6CD15-EEA4-46CB-A7B3-495FF7C8B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0" y="3833999"/>
            <a:ext cx="5937026" cy="720001"/>
          </a:xfrm>
          <a:solidFill>
            <a:schemeClr val="bg1"/>
          </a:solidFill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20683-79D6-43CE-A167-BF1E25FA4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00" y="4731026"/>
            <a:ext cx="9144000" cy="7200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94F1B6-7D05-4E73-BA00-BC5670C43D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98793" y="2408820"/>
            <a:ext cx="3399320" cy="2592271"/>
            <a:chOff x="7998793" y="2408820"/>
            <a:chExt cx="3399320" cy="2592271"/>
          </a:xfrm>
        </p:grpSpPr>
        <p:sp>
          <p:nvSpPr>
            <p:cNvPr id="13" name="Graphic 14">
              <a:extLst>
                <a:ext uri="{FF2B5EF4-FFF2-40B4-BE49-F238E27FC236}">
                  <a16:creationId xmlns:a16="http://schemas.microsoft.com/office/drawing/2014/main" id="{8B58D1C2-E2C1-48D1-9CD7-D98859263F8B}"/>
                </a:ext>
              </a:extLst>
            </p:cNvPr>
            <p:cNvSpPr/>
            <p:nvPr userDrawn="1"/>
          </p:nvSpPr>
          <p:spPr>
            <a:xfrm rot="18900000">
              <a:off x="8436128" y="4572466"/>
              <a:ext cx="2357438" cy="428625"/>
            </a:xfrm>
            <a:custGeom>
              <a:avLst/>
              <a:gdLst>
                <a:gd name="connsiteX0" fmla="*/ 0 w 1885950"/>
                <a:gd name="connsiteY0" fmla="*/ 0 h 342900"/>
                <a:gd name="connsiteX1" fmla="*/ 473393 w 1885950"/>
                <a:gd name="connsiteY1" fmla="*/ 342900 h 342900"/>
                <a:gd name="connsiteX2" fmla="*/ 946785 w 1885950"/>
                <a:gd name="connsiteY2" fmla="*/ 0 h 342900"/>
                <a:gd name="connsiteX3" fmla="*/ 1420178 w 1885950"/>
                <a:gd name="connsiteY3" fmla="*/ 342900 h 342900"/>
                <a:gd name="connsiteX4" fmla="*/ 1893570 w 1885950"/>
                <a:gd name="connsiteY4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5950" h="342900">
                  <a:moveTo>
                    <a:pt x="0" y="0"/>
                  </a:moveTo>
                  <a:cubicBezTo>
                    <a:pt x="236220" y="0"/>
                    <a:pt x="236220" y="342900"/>
                    <a:pt x="473393" y="342900"/>
                  </a:cubicBezTo>
                  <a:cubicBezTo>
                    <a:pt x="709613" y="342900"/>
                    <a:pt x="709613" y="0"/>
                    <a:pt x="946785" y="0"/>
                  </a:cubicBezTo>
                  <a:cubicBezTo>
                    <a:pt x="1183005" y="0"/>
                    <a:pt x="1183005" y="342900"/>
                    <a:pt x="1420178" y="342900"/>
                  </a:cubicBezTo>
                  <a:cubicBezTo>
                    <a:pt x="1657350" y="342900"/>
                    <a:pt x="1656398" y="0"/>
                    <a:pt x="1893570" y="0"/>
                  </a:cubicBezTo>
                </a:path>
              </a:pathLst>
            </a:custGeom>
            <a:noFill/>
            <a:ln w="127000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52BDBB4-28D9-4B2B-BA1A-8A20B3CA0A1B}"/>
                </a:ext>
              </a:extLst>
            </p:cNvPr>
            <p:cNvSpPr/>
            <p:nvPr userDrawn="1"/>
          </p:nvSpPr>
          <p:spPr>
            <a:xfrm>
              <a:off x="10505144" y="2408820"/>
              <a:ext cx="892969" cy="892970"/>
            </a:xfrm>
            <a:prstGeom prst="ellipse">
              <a:avLst/>
            </a:prstGeom>
            <a:noFill/>
            <a:ln w="127000" cap="flat">
              <a:solidFill>
                <a:schemeClr val="accent4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6FA2AB67-0CBD-40DF-8724-9E261D88001E}"/>
                </a:ext>
              </a:extLst>
            </p:cNvPr>
            <p:cNvSpPr/>
            <p:nvPr userDrawn="1"/>
          </p:nvSpPr>
          <p:spPr>
            <a:xfrm>
              <a:off x="7998793" y="3156637"/>
              <a:ext cx="1063466" cy="916782"/>
            </a:xfrm>
            <a:prstGeom prst="triangle">
              <a:avLst/>
            </a:prstGeom>
            <a:solidFill>
              <a:schemeClr val="accent5"/>
            </a:solidFill>
            <a:ln w="762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279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CC2B20B-280D-44D1-8DC5-70D2B86B7655}"/>
              </a:ext>
            </a:extLst>
          </p:cNvPr>
          <p:cNvSpPr/>
          <p:nvPr userDrawn="1"/>
        </p:nvSpPr>
        <p:spPr>
          <a:xfrm rot="2448756">
            <a:off x="9181031" y="3380182"/>
            <a:ext cx="878193" cy="2739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F6415F-6279-47D7-81A8-7C667B82487D}"/>
              </a:ext>
            </a:extLst>
          </p:cNvPr>
          <p:cNvSpPr/>
          <p:nvPr userDrawn="1"/>
        </p:nvSpPr>
        <p:spPr>
          <a:xfrm>
            <a:off x="10143917" y="1890080"/>
            <a:ext cx="1638502" cy="16385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54F30F7-DC7A-41E3-A364-0B79CF985761}"/>
              </a:ext>
            </a:extLst>
          </p:cNvPr>
          <p:cNvSpPr/>
          <p:nvPr userDrawn="1"/>
        </p:nvSpPr>
        <p:spPr>
          <a:xfrm>
            <a:off x="7746136" y="2778308"/>
            <a:ext cx="1638502" cy="16385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72C4EBD-FB6B-4F9E-8562-1F4DD054DA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4554538"/>
          </a:xfrm>
          <a:custGeom>
            <a:avLst/>
            <a:gdLst>
              <a:gd name="connsiteX0" fmla="*/ 8530200 w 12192000"/>
              <a:gd name="connsiteY0" fmla="*/ 3146226 h 4554538"/>
              <a:gd name="connsiteX1" fmla="*/ 7998793 w 12192000"/>
              <a:gd name="connsiteY1" fmla="*/ 4074032 h 4554538"/>
              <a:gd name="connsiteX2" fmla="*/ 9061603 w 12192000"/>
              <a:gd name="connsiteY2" fmla="*/ 4074032 h 4554538"/>
              <a:gd name="connsiteX3" fmla="*/ 10971786 w 12192000"/>
              <a:gd name="connsiteY3" fmla="*/ 2468328 h 4554538"/>
              <a:gd name="connsiteX4" fmla="*/ 11359570 w 12192000"/>
              <a:gd name="connsiteY4" fmla="*/ 2856109 h 4554538"/>
              <a:gd name="connsiteX5" fmla="*/ 10971786 w 12192000"/>
              <a:gd name="connsiteY5" fmla="*/ 3243892 h 4554538"/>
              <a:gd name="connsiteX6" fmla="*/ 10584005 w 12192000"/>
              <a:gd name="connsiteY6" fmla="*/ 2856109 h 4554538"/>
              <a:gd name="connsiteX7" fmla="*/ 10971786 w 12192000"/>
              <a:gd name="connsiteY7" fmla="*/ 2468328 h 4554538"/>
              <a:gd name="connsiteX8" fmla="*/ 10971786 w 12192000"/>
              <a:gd name="connsiteY8" fmla="*/ 2344811 h 4554538"/>
              <a:gd name="connsiteX9" fmla="*/ 10460488 w 12192000"/>
              <a:gd name="connsiteY9" fmla="*/ 2856109 h 4554538"/>
              <a:gd name="connsiteX10" fmla="*/ 10971786 w 12192000"/>
              <a:gd name="connsiteY10" fmla="*/ 3367407 h 4554538"/>
              <a:gd name="connsiteX11" fmla="*/ 11483084 w 12192000"/>
              <a:gd name="connsiteY11" fmla="*/ 2856109 h 4554538"/>
              <a:gd name="connsiteX12" fmla="*/ 10971786 w 12192000"/>
              <a:gd name="connsiteY12" fmla="*/ 2344811 h 4554538"/>
              <a:gd name="connsiteX13" fmla="*/ 0 w 12192000"/>
              <a:gd name="connsiteY13" fmla="*/ 0 h 4554538"/>
              <a:gd name="connsiteX14" fmla="*/ 12192000 w 12192000"/>
              <a:gd name="connsiteY14" fmla="*/ 0 h 4554538"/>
              <a:gd name="connsiteX15" fmla="*/ 12192000 w 12192000"/>
              <a:gd name="connsiteY15" fmla="*/ 4554538 h 4554538"/>
              <a:gd name="connsiteX16" fmla="*/ 10247582 w 12192000"/>
              <a:gd name="connsiteY16" fmla="*/ 4554538 h 4554538"/>
              <a:gd name="connsiteX17" fmla="*/ 10312021 w 12192000"/>
              <a:gd name="connsiteY17" fmla="*/ 4461275 h 4554538"/>
              <a:gd name="connsiteX18" fmla="*/ 10316869 w 12192000"/>
              <a:gd name="connsiteY18" fmla="*/ 4142971 h 4554538"/>
              <a:gd name="connsiteX19" fmla="*/ 10357084 w 12192000"/>
              <a:gd name="connsiteY19" fmla="*/ 3838490 h 4554538"/>
              <a:gd name="connsiteX20" fmla="*/ 10357084 w 12192000"/>
              <a:gd name="connsiteY20" fmla="*/ 3749442 h 4554538"/>
              <a:gd name="connsiteX21" fmla="*/ 10313637 w 12192000"/>
              <a:gd name="connsiteY21" fmla="*/ 3730054 h 4554538"/>
              <a:gd name="connsiteX22" fmla="*/ 10268036 w 12192000"/>
              <a:gd name="connsiteY22" fmla="*/ 3749442 h 4554538"/>
              <a:gd name="connsiteX23" fmla="*/ 10193352 w 12192000"/>
              <a:gd name="connsiteY23" fmla="*/ 4168821 h 4554538"/>
              <a:gd name="connsiteX24" fmla="*/ 10153137 w 12192000"/>
              <a:gd name="connsiteY24" fmla="*/ 4473302 h 4554538"/>
              <a:gd name="connsiteX25" fmla="*/ 9845786 w 12192000"/>
              <a:gd name="connsiteY25" fmla="*/ 4513516 h 4554538"/>
              <a:gd name="connsiteX26" fmla="*/ 9475883 w 12192000"/>
              <a:gd name="connsiteY26" fmla="*/ 4546819 h 4554538"/>
              <a:gd name="connsiteX27" fmla="*/ 9466655 w 12192000"/>
              <a:gd name="connsiteY27" fmla="*/ 4554538 h 4554538"/>
              <a:gd name="connsiteX28" fmla="*/ 0 w 12192000"/>
              <a:gd name="connsiteY28" fmla="*/ 4554538 h 455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0" h="4554538">
                <a:moveTo>
                  <a:pt x="8530200" y="3146226"/>
                </a:moveTo>
                <a:lnTo>
                  <a:pt x="7998793" y="4074032"/>
                </a:lnTo>
                <a:lnTo>
                  <a:pt x="9061603" y="4074032"/>
                </a:lnTo>
                <a:close/>
                <a:moveTo>
                  <a:pt x="10971786" y="2468328"/>
                </a:moveTo>
                <a:cubicBezTo>
                  <a:pt x="11184348" y="2468328"/>
                  <a:pt x="11359570" y="2643547"/>
                  <a:pt x="11359570" y="2856109"/>
                </a:cubicBezTo>
                <a:cubicBezTo>
                  <a:pt x="11359570" y="3071545"/>
                  <a:pt x="11184348" y="3243892"/>
                  <a:pt x="10971786" y="3243892"/>
                </a:cubicBezTo>
                <a:cubicBezTo>
                  <a:pt x="10759224" y="3243892"/>
                  <a:pt x="10584005" y="3068671"/>
                  <a:pt x="10584005" y="2856109"/>
                </a:cubicBezTo>
                <a:cubicBezTo>
                  <a:pt x="10584005" y="2640676"/>
                  <a:pt x="10759224" y="2468328"/>
                  <a:pt x="10971786" y="2468328"/>
                </a:cubicBezTo>
                <a:close/>
                <a:moveTo>
                  <a:pt x="10971786" y="2344811"/>
                </a:moveTo>
                <a:cubicBezTo>
                  <a:pt x="10690285" y="2344811"/>
                  <a:pt x="10460488" y="2574608"/>
                  <a:pt x="10460488" y="2856109"/>
                </a:cubicBezTo>
                <a:cubicBezTo>
                  <a:pt x="10460488" y="3137610"/>
                  <a:pt x="10690285" y="3367407"/>
                  <a:pt x="10971786" y="3367407"/>
                </a:cubicBezTo>
                <a:cubicBezTo>
                  <a:pt x="11253287" y="3367407"/>
                  <a:pt x="11483084" y="3137610"/>
                  <a:pt x="11483084" y="2856109"/>
                </a:cubicBezTo>
                <a:cubicBezTo>
                  <a:pt x="11483084" y="2574608"/>
                  <a:pt x="11253287" y="2344811"/>
                  <a:pt x="10971786" y="234481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554538"/>
                </a:lnTo>
                <a:lnTo>
                  <a:pt x="10247582" y="4554538"/>
                </a:lnTo>
                <a:lnTo>
                  <a:pt x="10312021" y="4461275"/>
                </a:lnTo>
                <a:cubicBezTo>
                  <a:pt x="10357262" y="4356789"/>
                  <a:pt x="10336257" y="4244224"/>
                  <a:pt x="10316869" y="4142971"/>
                </a:cubicBezTo>
                <a:cubicBezTo>
                  <a:pt x="10293889" y="4022327"/>
                  <a:pt x="10276655" y="3918919"/>
                  <a:pt x="10357084" y="3838490"/>
                </a:cubicBezTo>
                <a:cubicBezTo>
                  <a:pt x="10382934" y="3815510"/>
                  <a:pt x="10382934" y="3775296"/>
                  <a:pt x="10357084" y="3749442"/>
                </a:cubicBezTo>
                <a:cubicBezTo>
                  <a:pt x="10345594" y="3736517"/>
                  <a:pt x="10329795" y="3730054"/>
                  <a:pt x="10313637" y="3730054"/>
                </a:cubicBezTo>
                <a:cubicBezTo>
                  <a:pt x="10297480" y="3730054"/>
                  <a:pt x="10280963" y="3736517"/>
                  <a:pt x="10268036" y="3749442"/>
                </a:cubicBezTo>
                <a:cubicBezTo>
                  <a:pt x="10138777" y="3878704"/>
                  <a:pt x="10167501" y="4033817"/>
                  <a:pt x="10193352" y="4168821"/>
                </a:cubicBezTo>
                <a:cubicBezTo>
                  <a:pt x="10216332" y="4289465"/>
                  <a:pt x="10233566" y="4392873"/>
                  <a:pt x="10153137" y="4473302"/>
                </a:cubicBezTo>
                <a:cubicBezTo>
                  <a:pt x="10069838" y="4553731"/>
                  <a:pt x="9966429" y="4536496"/>
                  <a:pt x="9845786" y="4513516"/>
                </a:cubicBezTo>
                <a:cubicBezTo>
                  <a:pt x="9725143" y="4490898"/>
                  <a:pt x="9593502" y="4466078"/>
                  <a:pt x="9475883" y="4546819"/>
                </a:cubicBezTo>
                <a:lnTo>
                  <a:pt x="9466655" y="4554538"/>
                </a:lnTo>
                <a:lnTo>
                  <a:pt x="0" y="45545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i="1"/>
            </a:lvl1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E0EC059-6580-471B-82B1-7BC2C482138A}"/>
              </a:ext>
            </a:extLst>
          </p:cNvPr>
          <p:cNvSpPr/>
          <p:nvPr userDrawn="1"/>
        </p:nvSpPr>
        <p:spPr>
          <a:xfrm>
            <a:off x="0" y="4554000"/>
            <a:ext cx="12192000" cy="2304000"/>
          </a:xfrm>
          <a:custGeom>
            <a:avLst/>
            <a:gdLst>
              <a:gd name="connsiteX0" fmla="*/ 0 w 12192000"/>
              <a:gd name="connsiteY0" fmla="*/ 0 h 2304000"/>
              <a:gd name="connsiteX1" fmla="*/ 9467298 w 12192000"/>
              <a:gd name="connsiteY1" fmla="*/ 0 h 2304000"/>
              <a:gd name="connsiteX2" fmla="*/ 9426407 w 12192000"/>
              <a:gd name="connsiteY2" fmla="*/ 34200 h 2304000"/>
              <a:gd name="connsiteX3" fmla="*/ 9351723 w 12192000"/>
              <a:gd name="connsiteY3" fmla="*/ 453579 h 2304000"/>
              <a:gd name="connsiteX4" fmla="*/ 9311509 w 12192000"/>
              <a:gd name="connsiteY4" fmla="*/ 758060 h 2304000"/>
              <a:gd name="connsiteX5" fmla="*/ 9004154 w 12192000"/>
              <a:gd name="connsiteY5" fmla="*/ 798275 h 2304000"/>
              <a:gd name="connsiteX6" fmla="*/ 8584775 w 12192000"/>
              <a:gd name="connsiteY6" fmla="*/ 872959 h 2304000"/>
              <a:gd name="connsiteX7" fmla="*/ 8584775 w 12192000"/>
              <a:gd name="connsiteY7" fmla="*/ 962006 h 2304000"/>
              <a:gd name="connsiteX8" fmla="*/ 8630734 w 12192000"/>
              <a:gd name="connsiteY8" fmla="*/ 982112 h 2304000"/>
              <a:gd name="connsiteX9" fmla="*/ 8679568 w 12192000"/>
              <a:gd name="connsiteY9" fmla="*/ 962006 h 2304000"/>
              <a:gd name="connsiteX10" fmla="*/ 8984048 w 12192000"/>
              <a:gd name="connsiteY10" fmla="*/ 921792 h 2304000"/>
              <a:gd name="connsiteX11" fmla="*/ 9403427 w 12192000"/>
              <a:gd name="connsiteY11" fmla="*/ 847108 h 2304000"/>
              <a:gd name="connsiteX12" fmla="*/ 9478111 w 12192000"/>
              <a:gd name="connsiteY12" fmla="*/ 430600 h 2304000"/>
              <a:gd name="connsiteX13" fmla="*/ 9518326 w 12192000"/>
              <a:gd name="connsiteY13" fmla="*/ 123248 h 2304000"/>
              <a:gd name="connsiteX14" fmla="*/ 9822806 w 12192000"/>
              <a:gd name="connsiteY14" fmla="*/ 83034 h 2304000"/>
              <a:gd name="connsiteX15" fmla="*/ 10242185 w 12192000"/>
              <a:gd name="connsiteY15" fmla="*/ 8350 h 2304000"/>
              <a:gd name="connsiteX16" fmla="*/ 10247954 w 12192000"/>
              <a:gd name="connsiteY16" fmla="*/ 0 h 2304000"/>
              <a:gd name="connsiteX17" fmla="*/ 12192000 w 12192000"/>
              <a:gd name="connsiteY17" fmla="*/ 0 h 2304000"/>
              <a:gd name="connsiteX18" fmla="*/ 12192000 w 12192000"/>
              <a:gd name="connsiteY18" fmla="*/ 2304000 h 2304000"/>
              <a:gd name="connsiteX19" fmla="*/ 0 w 12192000"/>
              <a:gd name="connsiteY19" fmla="*/ 2304000 h 23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2304000">
                <a:moveTo>
                  <a:pt x="0" y="0"/>
                </a:moveTo>
                <a:lnTo>
                  <a:pt x="9467298" y="0"/>
                </a:lnTo>
                <a:lnTo>
                  <a:pt x="9426407" y="34200"/>
                </a:lnTo>
                <a:cubicBezTo>
                  <a:pt x="9297145" y="163463"/>
                  <a:pt x="9325869" y="318575"/>
                  <a:pt x="9351723" y="453579"/>
                </a:cubicBezTo>
                <a:cubicBezTo>
                  <a:pt x="9374703" y="574223"/>
                  <a:pt x="9391937" y="677631"/>
                  <a:pt x="9311509" y="758060"/>
                </a:cubicBezTo>
                <a:cubicBezTo>
                  <a:pt x="9228206" y="838489"/>
                  <a:pt x="9124797" y="821254"/>
                  <a:pt x="9004154" y="798275"/>
                </a:cubicBezTo>
                <a:cubicBezTo>
                  <a:pt x="8866276" y="772424"/>
                  <a:pt x="8714037" y="743699"/>
                  <a:pt x="8584775" y="872959"/>
                </a:cubicBezTo>
                <a:cubicBezTo>
                  <a:pt x="8558924" y="895938"/>
                  <a:pt x="8558924" y="936153"/>
                  <a:pt x="8584775" y="962006"/>
                </a:cubicBezTo>
                <a:cubicBezTo>
                  <a:pt x="8599139" y="976367"/>
                  <a:pt x="8613500" y="982112"/>
                  <a:pt x="8630734" y="982112"/>
                </a:cubicBezTo>
                <a:cubicBezTo>
                  <a:pt x="8647969" y="982112"/>
                  <a:pt x="8662333" y="973496"/>
                  <a:pt x="8679568" y="962006"/>
                </a:cubicBezTo>
                <a:cubicBezTo>
                  <a:pt x="8759996" y="881577"/>
                  <a:pt x="8863405" y="898812"/>
                  <a:pt x="8984048" y="921792"/>
                </a:cubicBezTo>
                <a:cubicBezTo>
                  <a:pt x="9119052" y="947643"/>
                  <a:pt x="9274165" y="976367"/>
                  <a:pt x="9403427" y="847108"/>
                </a:cubicBezTo>
                <a:cubicBezTo>
                  <a:pt x="9532686" y="720720"/>
                  <a:pt x="9503962" y="565607"/>
                  <a:pt x="9478111" y="430600"/>
                </a:cubicBezTo>
                <a:cubicBezTo>
                  <a:pt x="9455131" y="309957"/>
                  <a:pt x="9437897" y="203677"/>
                  <a:pt x="9518326" y="123248"/>
                </a:cubicBezTo>
                <a:cubicBezTo>
                  <a:pt x="9598754" y="42819"/>
                  <a:pt x="9702163" y="60054"/>
                  <a:pt x="9822806" y="83034"/>
                </a:cubicBezTo>
                <a:cubicBezTo>
                  <a:pt x="9957810" y="108884"/>
                  <a:pt x="10112923" y="137609"/>
                  <a:pt x="10242185" y="8350"/>
                </a:cubicBezTo>
                <a:lnTo>
                  <a:pt x="10247954" y="0"/>
                </a:lnTo>
                <a:lnTo>
                  <a:pt x="12192000" y="0"/>
                </a:lnTo>
                <a:lnTo>
                  <a:pt x="12192000" y="2304000"/>
                </a:lnTo>
                <a:lnTo>
                  <a:pt x="0" y="230400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6CD15-EEA4-46CB-A7B3-495FF7C8B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0" y="3833999"/>
            <a:ext cx="5937026" cy="720001"/>
          </a:xfrm>
          <a:solidFill>
            <a:schemeClr val="bg1"/>
          </a:solidFill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20683-79D6-43CE-A167-BF1E25FA4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00" y="4731026"/>
            <a:ext cx="9144000" cy="7200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0524263-835B-48D7-A2FC-25541FD95C43}"/>
              </a:ext>
            </a:extLst>
          </p:cNvPr>
          <p:cNvSpPr/>
          <p:nvPr/>
        </p:nvSpPr>
        <p:spPr>
          <a:xfrm>
            <a:off x="10460488" y="2344811"/>
            <a:ext cx="1005361" cy="1005361"/>
          </a:xfrm>
          <a:custGeom>
            <a:avLst/>
            <a:gdLst>
              <a:gd name="connsiteX0" fmla="*/ 169545 w 333375"/>
              <a:gd name="connsiteY0" fmla="*/ 339090 h 333375"/>
              <a:gd name="connsiteX1" fmla="*/ 0 w 333375"/>
              <a:gd name="connsiteY1" fmla="*/ 169545 h 333375"/>
              <a:gd name="connsiteX2" fmla="*/ 169545 w 333375"/>
              <a:gd name="connsiteY2" fmla="*/ 0 h 333375"/>
              <a:gd name="connsiteX3" fmla="*/ 339090 w 333375"/>
              <a:gd name="connsiteY3" fmla="*/ 169545 h 333375"/>
              <a:gd name="connsiteX4" fmla="*/ 169545 w 333375"/>
              <a:gd name="connsiteY4" fmla="*/ 339090 h 333375"/>
              <a:gd name="connsiteX5" fmla="*/ 169545 w 333375"/>
              <a:gd name="connsiteY5" fmla="*/ 40958 h 333375"/>
              <a:gd name="connsiteX6" fmla="*/ 40958 w 333375"/>
              <a:gd name="connsiteY6" fmla="*/ 169545 h 333375"/>
              <a:gd name="connsiteX7" fmla="*/ 169545 w 333375"/>
              <a:gd name="connsiteY7" fmla="*/ 298133 h 333375"/>
              <a:gd name="connsiteX8" fmla="*/ 298133 w 333375"/>
              <a:gd name="connsiteY8" fmla="*/ 169545 h 333375"/>
              <a:gd name="connsiteX9" fmla="*/ 169545 w 333375"/>
              <a:gd name="connsiteY9" fmla="*/ 4095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3375" h="333375">
                <a:moveTo>
                  <a:pt x="169545" y="339090"/>
                </a:moveTo>
                <a:cubicBezTo>
                  <a:pt x="76200" y="339090"/>
                  <a:pt x="0" y="262890"/>
                  <a:pt x="0" y="169545"/>
                </a:cubicBezTo>
                <a:cubicBezTo>
                  <a:pt x="0" y="76200"/>
                  <a:pt x="76200" y="0"/>
                  <a:pt x="169545" y="0"/>
                </a:cubicBezTo>
                <a:cubicBezTo>
                  <a:pt x="262890" y="0"/>
                  <a:pt x="339090" y="76200"/>
                  <a:pt x="339090" y="169545"/>
                </a:cubicBezTo>
                <a:cubicBezTo>
                  <a:pt x="339090" y="262890"/>
                  <a:pt x="262890" y="339090"/>
                  <a:pt x="169545" y="339090"/>
                </a:cubicBezTo>
                <a:close/>
                <a:moveTo>
                  <a:pt x="169545" y="40958"/>
                </a:moveTo>
                <a:cubicBezTo>
                  <a:pt x="99060" y="40958"/>
                  <a:pt x="40958" y="98108"/>
                  <a:pt x="40958" y="169545"/>
                </a:cubicBezTo>
                <a:cubicBezTo>
                  <a:pt x="40958" y="240030"/>
                  <a:pt x="99060" y="298133"/>
                  <a:pt x="169545" y="298133"/>
                </a:cubicBezTo>
                <a:cubicBezTo>
                  <a:pt x="240030" y="298133"/>
                  <a:pt x="298133" y="240983"/>
                  <a:pt x="298133" y="169545"/>
                </a:cubicBezTo>
                <a:cubicBezTo>
                  <a:pt x="298133" y="99060"/>
                  <a:pt x="240030" y="40958"/>
                  <a:pt x="169545" y="40958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BB9EF5C-08CE-4A11-8FB9-D59AACF45C92}"/>
              </a:ext>
            </a:extLst>
          </p:cNvPr>
          <p:cNvSpPr/>
          <p:nvPr/>
        </p:nvSpPr>
        <p:spPr>
          <a:xfrm>
            <a:off x="7998793" y="3146226"/>
            <a:ext cx="1062810" cy="919187"/>
          </a:xfrm>
          <a:custGeom>
            <a:avLst/>
            <a:gdLst>
              <a:gd name="connsiteX0" fmla="*/ 0 w 352425"/>
              <a:gd name="connsiteY0" fmla="*/ 307658 h 304800"/>
              <a:gd name="connsiteX1" fmla="*/ 176213 w 352425"/>
              <a:gd name="connsiteY1" fmla="*/ 0 h 304800"/>
              <a:gd name="connsiteX2" fmla="*/ 352425 w 352425"/>
              <a:gd name="connsiteY2" fmla="*/ 307658 h 304800"/>
              <a:gd name="connsiteX3" fmla="*/ 0 w 352425"/>
              <a:gd name="connsiteY3" fmla="*/ 307658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25" h="304800">
                <a:moveTo>
                  <a:pt x="0" y="307658"/>
                </a:moveTo>
                <a:lnTo>
                  <a:pt x="176213" y="0"/>
                </a:lnTo>
                <a:lnTo>
                  <a:pt x="352425" y="307658"/>
                </a:lnTo>
                <a:lnTo>
                  <a:pt x="0" y="307658"/>
                </a:ln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77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Narrow Content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33E624-2467-4206-84E7-7DB1C787CD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6921500" cy="6858000"/>
          </a:xfrm>
          <a:prstGeom prst="hexagon">
            <a:avLst>
              <a:gd name="adj" fmla="val 7593"/>
              <a:gd name="vf" fmla="val 115470"/>
            </a:avLst>
          </a:prstGeom>
          <a:solidFill>
            <a:schemeClr val="bg1">
              <a:lumMod val="95000"/>
            </a:schemeClr>
          </a:solidFill>
        </p:spPr>
        <p:txBody>
          <a:bodyPr tIns="1512000"/>
          <a:lstStyle>
            <a:lvl1pPr marL="0" indent="0" algn="ctr">
              <a:buNone/>
              <a:defRPr i="1"/>
            </a:lvl1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39408-C49A-4750-A547-E1EAD06F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3033000"/>
            <a:ext cx="6235201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671D-DEA0-4C96-A2C8-AF8E77F35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346" y="924301"/>
            <a:ext cx="3442907" cy="5009400"/>
          </a:xfrm>
        </p:spPr>
        <p:txBody>
          <a:bodyPr anchor="ctr"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F0D2BD-AC28-47D6-8C93-74585CCB5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165DED-91C9-42FC-97C3-122D43563A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0E41E9-E887-49CF-A358-8367F0C348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94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Narrow Content Option 2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33E624-2467-4206-84E7-7DB1C787CD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  <a:prstGeom prst="hexagon">
            <a:avLst>
              <a:gd name="adj" fmla="val 7083"/>
              <a:gd name="vf" fmla="val 115470"/>
            </a:avLst>
          </a:prstGeom>
          <a:solidFill>
            <a:schemeClr val="bg1">
              <a:lumMod val="95000"/>
            </a:schemeClr>
          </a:solidFill>
        </p:spPr>
        <p:txBody>
          <a:bodyPr tIns="1512000"/>
          <a:lstStyle>
            <a:lvl1pPr marL="0" indent="0" algn="ctr">
              <a:buNone/>
              <a:defRPr i="1"/>
            </a:lvl1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39408-C49A-4750-A547-E1EAD06F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0" y="3033000"/>
            <a:ext cx="6235201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671D-DEA0-4C96-A2C8-AF8E77F35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46" y="1873780"/>
            <a:ext cx="3442907" cy="311044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F0D2BD-AC28-47D6-8C93-74585CCB5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165DED-91C9-42FC-97C3-122D43563A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>
            <a:solidFill>
              <a:schemeClr val="accent2">
                <a:lumMod val="50000"/>
              </a:schemeClr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0E41E9-E887-49CF-A358-8367F0C348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39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33E624-2467-4206-84E7-7DB1C787CD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84700" y="0"/>
            <a:ext cx="7607300" cy="6858000"/>
          </a:xfrm>
          <a:prstGeom prst="hexagon">
            <a:avLst>
              <a:gd name="adj" fmla="val 6667"/>
              <a:gd name="vf" fmla="val 115470"/>
            </a:avLst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i="1"/>
            </a:lvl1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39408-C49A-4750-A547-E1EAD06F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1449000"/>
            <a:ext cx="4930600" cy="3960000"/>
          </a:xfrm>
        </p:spPr>
        <p:txBody>
          <a:bodyPr lIns="180000" rIns="180000"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F0D2BD-AC28-47D6-8C93-74585CCB5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165DED-91C9-42FC-97C3-122D43563A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E0E41E9-E887-49CF-A358-8367F0C348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59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er, Image and Content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33E624-2467-4206-84E7-7DB1C787CD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60600"/>
            <a:ext cx="12192000" cy="4597400"/>
          </a:xfrm>
          <a:solidFill>
            <a:schemeClr val="bg1">
              <a:lumMod val="95000"/>
            </a:schemeClr>
          </a:solidFill>
        </p:spPr>
        <p:txBody>
          <a:bodyPr tIns="0" bIns="0" anchor="ctr"/>
          <a:lstStyle>
            <a:lvl1pPr marL="0" indent="0" algn="ctr">
              <a:buNone/>
              <a:defRPr i="1"/>
            </a:lvl1pPr>
          </a:lstStyle>
          <a:p>
            <a:r>
              <a:rPr lang="en-US" dirty="0"/>
              <a:t>Insert Your Picture Here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3C1BBA-DE16-432B-8D17-818D7C0681CA}"/>
              </a:ext>
            </a:extLst>
          </p:cNvPr>
          <p:cNvCxnSpPr/>
          <p:nvPr userDrawn="1"/>
        </p:nvCxnSpPr>
        <p:spPr>
          <a:xfrm>
            <a:off x="4813300" y="649040"/>
            <a:ext cx="0" cy="935633"/>
          </a:xfrm>
          <a:prstGeom prst="line">
            <a:avLst/>
          </a:prstGeom>
          <a:ln w="1270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21F72D-E459-4AC6-90FE-C37E1BE0C4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500" y="306388"/>
            <a:ext cx="3403600" cy="1622425"/>
          </a:xfrm>
        </p:spPr>
        <p:txBody>
          <a:bodyPr anchor="ctr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179388" indent="0">
              <a:buNone/>
              <a:defRPr/>
            </a:lvl2pPr>
            <a:lvl3pPr marL="357187" indent="0">
              <a:buNone/>
              <a:defRPr/>
            </a:lvl3pPr>
            <a:lvl4pPr marL="536575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en-US" dirty="0"/>
              <a:t>Place Your Sub 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671D-DEA0-4C96-A2C8-AF8E77F35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1" y="305644"/>
            <a:ext cx="4421084" cy="1622425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39408-C49A-4750-A547-E1EAD06F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2268000"/>
            <a:ext cx="6235201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F0D2BD-AC28-47D6-8C93-74585CCB5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165DED-91C9-42FC-97C3-122D43563A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>
            <a:solidFill>
              <a:schemeClr val="accent5">
                <a:lumMod val="50000"/>
              </a:schemeClr>
            </a:solidFill>
          </a:ln>
        </p:spPr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7E0E41E9-E887-49CF-A358-8367F0C348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37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9408-C49A-4750-A547-E1EAD06F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671D-DEA0-4C96-A2C8-AF8E77F35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F0D2BD-AC28-47D6-8C93-74585CCB5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165DED-91C9-42FC-97C3-122D43563A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86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ig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B7FBEE-222F-4F5D-A2AE-6EF6ED8657BB}"/>
              </a:ext>
            </a:extLst>
          </p:cNvPr>
          <p:cNvSpPr/>
          <p:nvPr userDrawn="1"/>
        </p:nvSpPr>
        <p:spPr>
          <a:xfrm>
            <a:off x="0" y="0"/>
            <a:ext cx="12192000" cy="30987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39408-C49A-4750-A547-E1EAD06F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1152000"/>
            <a:ext cx="59400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671D-DEA0-4C96-A2C8-AF8E77F35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8" y="3429000"/>
            <a:ext cx="10022400" cy="2277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F0D2BD-AC28-47D6-8C93-74585CCB5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165DED-91C9-42FC-97C3-122D43563A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>
            <a:solidFill>
              <a:schemeClr val="accent4"/>
            </a:solidFill>
          </a:ln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E0E41E9-E887-49CF-A358-8367F0C348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08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7461A7-C745-4C36-816E-A1BF6EE517A4}"/>
              </a:ext>
            </a:extLst>
          </p:cNvPr>
          <p:cNvSpPr/>
          <p:nvPr userDrawn="1"/>
        </p:nvSpPr>
        <p:spPr>
          <a:xfrm>
            <a:off x="0" y="2032000"/>
            <a:ext cx="12192000" cy="4826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6CD15-EEA4-46CB-A7B3-495FF7C8B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0" y="3833999"/>
            <a:ext cx="5937026" cy="720001"/>
          </a:xfrm>
          <a:solidFill>
            <a:schemeClr val="bg1"/>
          </a:solidFill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20683-79D6-43CE-A167-BF1E25FA4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00" y="4731026"/>
            <a:ext cx="5937026" cy="7200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25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2C2F631-6179-4019-A4DE-E71E4BCD7A9A}"/>
              </a:ext>
            </a:extLst>
          </p:cNvPr>
          <p:cNvSpPr/>
          <p:nvPr userDrawn="1"/>
        </p:nvSpPr>
        <p:spPr>
          <a:xfrm>
            <a:off x="0" y="0"/>
            <a:ext cx="12192000" cy="3098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BA779-F1DC-4871-8673-48F90A2AD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1152000"/>
            <a:ext cx="59400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CDE65-1A53-4205-81E7-9806636D35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1C7250-86AB-45C1-A1EF-F426666979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D2A4D50-D5D7-4F67-A7F9-A34FE6E89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8" y="2564295"/>
            <a:ext cx="4680000" cy="3141705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78E1E2-4A89-4703-BD74-7B982EBCB1B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422399" y="2564295"/>
            <a:ext cx="4680000" cy="3141705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9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AD4645D-B764-4859-9EF5-D320F7C474D4}"/>
              </a:ext>
            </a:extLst>
          </p:cNvPr>
          <p:cNvSpPr/>
          <p:nvPr userDrawn="1"/>
        </p:nvSpPr>
        <p:spPr>
          <a:xfrm>
            <a:off x="0" y="0"/>
            <a:ext cx="12192000" cy="3098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BA779-F1DC-4871-8673-48F90A2AD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1152000"/>
            <a:ext cx="59400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CDE65-1A53-4205-81E7-9806636D35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1C7250-86AB-45C1-A1EF-F426666979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D2A4D50-D5D7-4F67-A7F9-A34FE6E89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8" y="3473076"/>
            <a:ext cx="4680000" cy="223292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78E1E2-4A89-4703-BD74-7B982EBCB1B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422399" y="3473076"/>
            <a:ext cx="4680000" cy="223292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A0AF439-96CB-4860-A71E-A61E0D722A9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79999" y="2561013"/>
            <a:ext cx="4689604" cy="823912"/>
          </a:xfrm>
          <a:solidFill>
            <a:schemeClr val="accent1">
              <a:lumMod val="50000"/>
            </a:schemeClr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0C3577A-AD90-453C-A7D5-994712C32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2399" y="2561013"/>
            <a:ext cx="4689602" cy="823912"/>
          </a:xfrm>
          <a:solidFill>
            <a:schemeClr val="accent3">
              <a:lumMod val="50000"/>
            </a:schemeClr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6717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36AECC-ED9D-4732-906A-09C9CF08848D}"/>
              </a:ext>
            </a:extLst>
          </p:cNvPr>
          <p:cNvSpPr/>
          <p:nvPr userDrawn="1"/>
        </p:nvSpPr>
        <p:spPr>
          <a:xfrm>
            <a:off x="0" y="0"/>
            <a:ext cx="12192000" cy="3098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8A581-34C3-4715-AA75-16964CC2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1153399"/>
            <a:ext cx="59400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24785-859E-46F0-8D0A-E775EE9036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06515-C1D6-4079-91A2-8C1D2BCDCF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944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Option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36AECC-ED9D-4732-906A-09C9CF08848D}"/>
              </a:ext>
            </a:extLst>
          </p:cNvPr>
          <p:cNvSpPr/>
          <p:nvPr userDrawn="1"/>
        </p:nvSpPr>
        <p:spPr>
          <a:xfrm>
            <a:off x="0" y="0"/>
            <a:ext cx="12192000" cy="3098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8A581-34C3-4715-AA75-16964CC2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1153399"/>
            <a:ext cx="59400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24785-859E-46F0-8D0A-E775EE9036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06515-C1D6-4079-91A2-8C1D2BCDCF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0E41E9-E887-49CF-A358-8367F0C348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656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8A581-34C3-4715-AA75-16964CC2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1152000"/>
            <a:ext cx="5940000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24785-859E-46F0-8D0A-E775EE9036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06515-C1D6-4079-91A2-8C1D2BCDCF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502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eft Midd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F1F7A7-3825-4674-B370-D3BEDD3FC66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39408-C49A-4750-A547-E1EAD06F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3033000"/>
            <a:ext cx="6235201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560AB5-7355-4D05-AA13-FCB0024AF8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4CCDFF2-A2F9-4352-94BB-9BB119095D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>
            <a:solidFill>
              <a:schemeClr val="accent3"/>
            </a:solidFill>
          </a:ln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E0E41E9-E887-49CF-A358-8367F0C348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655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Right Midd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F1F7A7-3825-4674-B370-D3BEDD3FC66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39408-C49A-4750-A547-E1EAD06F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799" y="3033000"/>
            <a:ext cx="6235201" cy="79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028F3-1D82-46F1-B1A3-00830CB35A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005FE9B-8EFA-4B5C-B7E0-1BA35304D2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0E41E9-E887-49CF-A358-8367F0C348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379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48B3D-5284-49B6-95FE-F6F67199D6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2B87C-2A1C-4361-ABCD-71640D9491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2966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29845-7EE3-4215-838A-9B269844E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F0B72-F0E4-4D09-8DA2-36F92C9E7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9E62E-1D1A-4230-8716-C6873BEF0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7C1F35-FB12-46E2-A9E5-6CB4364CAC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1B5D9-E2DC-4C3D-8035-080BA5D945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31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EED2F4-3B67-4A5F-8A1F-35C9EA9A3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99" y="1152000"/>
            <a:ext cx="10022400" cy="792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8C015-1790-4813-8F0C-87F6BF831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998" y="2564295"/>
            <a:ext cx="10022400" cy="3141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E5440-5145-48EA-AB31-9537362E5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AC9D5-326C-41F2-81FC-4A60388A5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425" y="6142912"/>
            <a:ext cx="396000" cy="396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7E0E41E9-E887-49CF-A358-8367F0C348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31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67" r:id="rId4"/>
    <p:sldLayoutId id="2147483668" r:id="rId5"/>
    <p:sldLayoutId id="2147483660" r:id="rId6"/>
    <p:sldLayoutId id="2147483650" r:id="rId7"/>
    <p:sldLayoutId id="2147483669" r:id="rId8"/>
    <p:sldLayoutId id="2147483665" r:id="rId9"/>
    <p:sldLayoutId id="2147483652" r:id="rId10"/>
    <p:sldLayoutId id="2147483666" r:id="rId11"/>
    <p:sldLayoutId id="2147483661" r:id="rId12"/>
    <p:sldLayoutId id="2147483662" r:id="rId13"/>
    <p:sldLayoutId id="2147483654" r:id="rId14"/>
    <p:sldLayoutId id="2147483663" r:id="rId15"/>
    <p:sldLayoutId id="2147483664" r:id="rId16"/>
    <p:sldLayoutId id="2147483655" r:id="rId17"/>
    <p:sldLayoutId id="2147483656" r:id="rId1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57188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36575" indent="-1793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15963" indent="-1793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93763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Three guys working from a home office">
            <a:extLst>
              <a:ext uri="{FF2B5EF4-FFF2-40B4-BE49-F238E27FC236}">
                <a16:creationId xmlns:a16="http://schemas.microsoft.com/office/drawing/2014/main" id="{61ADC276-B80F-4EA0-914C-7CBCB5FBCD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55453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C904259-F299-441A-A828-7FD4602D5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0" y="3833999"/>
            <a:ext cx="5937026" cy="720001"/>
          </a:xfrm>
        </p:spPr>
        <p:txBody>
          <a:bodyPr/>
          <a:lstStyle/>
          <a:p>
            <a:r>
              <a:rPr lang="en-US" dirty="0" smtClean="0"/>
              <a:t>Individual</a:t>
            </a:r>
            <a:r>
              <a:rPr lang="en-US" dirty="0" smtClean="0"/>
              <a:t> </a:t>
            </a:r>
            <a:r>
              <a:rPr lang="en-US" dirty="0"/>
              <a:t>presentation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B18279B-2D44-4119-896A-22026349C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00" y="4731026"/>
            <a:ext cx="9144000" cy="720000"/>
          </a:xfrm>
        </p:spPr>
        <p:txBody>
          <a:bodyPr/>
          <a:lstStyle/>
          <a:p>
            <a:r>
              <a:rPr lang="en-US" dirty="0" smtClean="0"/>
              <a:t>Sachin Rajbhar</a:t>
            </a:r>
            <a:endParaRPr lang="en-US" dirty="0"/>
          </a:p>
          <a:p>
            <a:r>
              <a:rPr lang="en-US" dirty="0" smtClean="0"/>
              <a:t>2/04/2022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84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 descr="Stairs">
            <a:extLst>
              <a:ext uri="{FF2B5EF4-FFF2-40B4-BE49-F238E27FC236}">
                <a16:creationId xmlns:a16="http://schemas.microsoft.com/office/drawing/2014/main" id="{DB8E3FD3-0267-4F81-A762-085F5391CAA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6F2C19-0689-4B63-8A83-297B6376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B722F-37EC-443F-AE71-6E9C033BC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Learnings</a:t>
            </a:r>
            <a:endParaRPr lang="en-US" dirty="0"/>
          </a:p>
          <a:p>
            <a:r>
              <a:rPr lang="en-US" dirty="0" smtClean="0"/>
              <a:t>Challenges</a:t>
            </a:r>
            <a:endParaRPr lang="en-US" dirty="0"/>
          </a:p>
          <a:p>
            <a:r>
              <a:rPr lang="en-US" dirty="0" smtClean="0"/>
              <a:t>Action Plan 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0F2ED-980E-4DAB-9741-86DED03988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E0E41E9-E887-49CF-A358-8367F0C3484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592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Guy drinking water from a bottle">
            <a:extLst>
              <a:ext uri="{FF2B5EF4-FFF2-40B4-BE49-F238E27FC236}">
                <a16:creationId xmlns:a16="http://schemas.microsoft.com/office/drawing/2014/main" id="{BF8E5F50-765C-4E10-BDC9-D60E0F30DA4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BDD746-B6F1-42AB-B326-5F23BADD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99" y="0"/>
            <a:ext cx="6235201" cy="792000"/>
          </a:xfrm>
        </p:spPr>
        <p:txBody>
          <a:bodyPr/>
          <a:lstStyle/>
          <a:p>
            <a:r>
              <a:rPr lang="en-US" dirty="0" smtClean="0"/>
              <a:t>(Learnings) My </a:t>
            </a:r>
            <a:r>
              <a:rPr lang="en-US" dirty="0"/>
              <a:t>Story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1031C-A97B-4C9B-85AC-4A54576871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28355440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24870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Woman working on laptop in evening">
            <a:extLst>
              <a:ext uri="{FF2B5EF4-FFF2-40B4-BE49-F238E27FC236}">
                <a16:creationId xmlns:a16="http://schemas.microsoft.com/office/drawing/2014/main" id="{07AA94A6-C47B-4445-82B5-21A6F561231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857" b="9857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B8A7944-02E8-40A5-8E42-70ADF12A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79818" cy="893618"/>
          </a:xfrm>
        </p:spPr>
        <p:txBody>
          <a:bodyPr>
            <a:normAutofit/>
          </a:bodyPr>
          <a:lstStyle/>
          <a:p>
            <a:r>
              <a:rPr lang="en-US" dirty="0" smtClean="0"/>
              <a:t>Managing the Situation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77D55B-F2C1-466B-8827-93712DB8A4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7036" y="1080655"/>
            <a:ext cx="4114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3200" dirty="0" smtClean="0"/>
              <a:t>Sleep well and early</a:t>
            </a:r>
          </a:p>
          <a:p>
            <a:pPr marL="342900" indent="-342900">
              <a:buAutoNum type="arabicParenR"/>
            </a:pPr>
            <a:r>
              <a:rPr lang="en-US" sz="3200" dirty="0" smtClean="0"/>
              <a:t>Leave phone at 9:30 pm</a:t>
            </a:r>
          </a:p>
          <a:p>
            <a:pPr marL="342900" indent="-342900">
              <a:buAutoNum type="arabicParenR"/>
            </a:pPr>
            <a:r>
              <a:rPr lang="en-US" sz="3200" dirty="0" smtClean="0"/>
              <a:t>Do Work till 8:30 pm</a:t>
            </a:r>
          </a:p>
          <a:p>
            <a:pPr marL="342900" indent="-342900">
              <a:buAutoNum type="arabicParenR"/>
            </a:pPr>
            <a:r>
              <a:rPr lang="en-US" sz="3200" dirty="0" smtClean="0"/>
              <a:t>Eat before 7:30 pm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0573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Man talking at a meeting">
            <a:extLst>
              <a:ext uri="{FF2B5EF4-FFF2-40B4-BE49-F238E27FC236}">
                <a16:creationId xmlns:a16="http://schemas.microsoft.com/office/drawing/2014/main" id="{BFC993BA-4372-4EFC-9679-4110390AB7D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4D9E47F-41E0-4FE3-891C-B53FBC82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graphicFrame>
        <p:nvGraphicFramePr>
          <p:cNvPr id="6" name="Content Placeholder 2" descr="SmartArt Placeholder - Contact List">
            <a:extLst>
              <a:ext uri="{FF2B5EF4-FFF2-40B4-BE49-F238E27FC236}">
                <a16:creationId xmlns:a16="http://schemas.microsoft.com/office/drawing/2014/main" id="{1A11682C-5A33-4416-B522-95A3BA9AA9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2016833"/>
              </p:ext>
            </p:extLst>
          </p:nvPr>
        </p:nvGraphicFramePr>
        <p:xfrm>
          <a:off x="7866952" y="1274097"/>
          <a:ext cx="3245049" cy="4402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833931-FC96-4D4A-90F2-F25B03FE8D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E41E9-E887-49CF-A358-8367F0C3484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437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-Theme-Bubbl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MS-Theme-Bubb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ful Conference Presentation_Win32_SB v2" id="{6296A1A3-4545-4186-A11E-C7596C310FCC}" vid="{2333D8A0-1005-471E-A680-7FF710F2D79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E7B02C-5194-4175-B6C3-18AE8350DC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606CA9-73CA-4217-BA3D-1864E6BFEEB4}">
  <ds:schemaRefs>
    <ds:schemaRef ds:uri="71af3243-3dd4-4a8d-8c0d-dd76da1f02a5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16c05727-aa75-4e4a-9b5f-8a80a1165891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C58A64B-81C3-4EC2-A044-1AD401A10D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Colorful conference presentation</Template>
  <TotalTime>0</TotalTime>
  <Words>78</Words>
  <Application>Microsoft Office PowerPoint</Application>
  <PresentationFormat>Widescreen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Individual presentation</vt:lpstr>
      <vt:lpstr>Overview</vt:lpstr>
      <vt:lpstr>(Learnings) My Story</vt:lpstr>
      <vt:lpstr>Managing the Situation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2022-04-02T08:39:11Z</dcterms:created>
  <dcterms:modified xsi:type="dcterms:W3CDTF">2022-04-02T09:27:46Z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